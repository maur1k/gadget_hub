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30"/>
  </p:notesMasterIdLst>
  <p:handoutMasterIdLst>
    <p:handoutMasterId r:id="rId31"/>
  </p:handoutMasterIdLst>
  <p:sldIdLst>
    <p:sldId id="256" r:id="rId2"/>
    <p:sldId id="424" r:id="rId3"/>
    <p:sldId id="426" r:id="rId4"/>
    <p:sldId id="449" r:id="rId5"/>
    <p:sldId id="427" r:id="rId6"/>
    <p:sldId id="447" r:id="rId7"/>
    <p:sldId id="448" r:id="rId8"/>
    <p:sldId id="450" r:id="rId9"/>
    <p:sldId id="451" r:id="rId10"/>
    <p:sldId id="452" r:id="rId11"/>
    <p:sldId id="453" r:id="rId12"/>
    <p:sldId id="454" r:id="rId13"/>
    <p:sldId id="455" r:id="rId14"/>
    <p:sldId id="456" r:id="rId15"/>
    <p:sldId id="457" r:id="rId16"/>
    <p:sldId id="458" r:id="rId17"/>
    <p:sldId id="459" r:id="rId18"/>
    <p:sldId id="460" r:id="rId19"/>
    <p:sldId id="437" r:id="rId20"/>
    <p:sldId id="461" r:id="rId21"/>
    <p:sldId id="462" r:id="rId22"/>
    <p:sldId id="463" r:id="rId23"/>
    <p:sldId id="464" r:id="rId24"/>
    <p:sldId id="465" r:id="rId25"/>
    <p:sldId id="470" r:id="rId26"/>
    <p:sldId id="466" r:id="rId27"/>
    <p:sldId id="467" r:id="rId28"/>
    <p:sldId id="468" r:id="rId29"/>
  </p:sldIdLst>
  <p:sldSz cx="18288000" cy="10287000"/>
  <p:notesSz cx="6858000" cy="9144000"/>
  <p:embeddedFontLst>
    <p:embeddedFont>
      <p:font typeface="Consolas" panose="020B0609020204030204" pitchFamily="49" charset="0"/>
      <p:regular r:id="rId32"/>
      <p:bold r:id="rId33"/>
      <p:italic r:id="rId34"/>
      <p:boldItalic r:id="rId3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D1D1D1"/>
    <a:srgbClr val="4D4D4D"/>
    <a:srgbClr val="33FB63"/>
    <a:srgbClr val="F49210"/>
    <a:srgbClr val="2A2A43"/>
    <a:srgbClr val="F1FEA0"/>
    <a:srgbClr val="FF9933"/>
    <a:srgbClr val="0000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C4B1156A-380E-4F78-BDF5-A606A8083BF9}" styleName="Medium Style 4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3856" autoAdjust="0"/>
    <p:restoredTop sz="76471" autoAdjust="0"/>
  </p:normalViewPr>
  <p:slideViewPr>
    <p:cSldViewPr>
      <p:cViewPr varScale="1">
        <p:scale>
          <a:sx n="40" d="100"/>
          <a:sy n="40" d="100"/>
        </p:scale>
        <p:origin x="1070" y="3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font" Target="fonts/font3.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2.fntdata"/><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1.fntdata"/><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35" Type="http://schemas.openxmlformats.org/officeDocument/2006/relationships/font" Target="fonts/font4.fntdata"/><Relationship Id="rId8" Type="http://schemas.openxmlformats.org/officeDocument/2006/relationships/slide" Target="slides/slide7.xml"/><Relationship Id="rId3" Type="http://schemas.openxmlformats.org/officeDocument/2006/relationships/slide" Target="slides/slide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1FE22CC0-1243-338F-5CAD-E7A5B1EE0EA0}"/>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PH"/>
          </a:p>
        </p:txBody>
      </p:sp>
      <p:sp>
        <p:nvSpPr>
          <p:cNvPr id="3" name="Date Placeholder 2">
            <a:extLst>
              <a:ext uri="{FF2B5EF4-FFF2-40B4-BE49-F238E27FC236}">
                <a16:creationId xmlns:a16="http://schemas.microsoft.com/office/drawing/2014/main" id="{F84A8E39-795D-D837-9A04-090F9A14190A}"/>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5855907F-8ED1-4449-8AB2-425B109C6DAB}" type="datetimeFigureOut">
              <a:rPr lang="en-PH" smtClean="0"/>
              <a:t>28/08/2025</a:t>
            </a:fld>
            <a:endParaRPr lang="en-PH"/>
          </a:p>
        </p:txBody>
      </p:sp>
      <p:sp>
        <p:nvSpPr>
          <p:cNvPr id="4" name="Footer Placeholder 3">
            <a:extLst>
              <a:ext uri="{FF2B5EF4-FFF2-40B4-BE49-F238E27FC236}">
                <a16:creationId xmlns:a16="http://schemas.microsoft.com/office/drawing/2014/main" id="{0B1079AC-EB4A-C6F4-35A4-C5166122BEBF}"/>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PH"/>
          </a:p>
        </p:txBody>
      </p:sp>
      <p:sp>
        <p:nvSpPr>
          <p:cNvPr id="5" name="Slide Number Placeholder 4">
            <a:extLst>
              <a:ext uri="{FF2B5EF4-FFF2-40B4-BE49-F238E27FC236}">
                <a16:creationId xmlns:a16="http://schemas.microsoft.com/office/drawing/2014/main" id="{323FEE0C-CAF7-534F-B1B6-7CB0184B2769}"/>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EFC40E73-B33C-482E-B21A-1E3DE061AD46}" type="slidenum">
              <a:rPr lang="en-PH" smtClean="0"/>
              <a:t>‹#›</a:t>
            </a:fld>
            <a:endParaRPr lang="en-PH"/>
          </a:p>
        </p:txBody>
      </p:sp>
    </p:spTree>
    <p:extLst>
      <p:ext uri="{BB962C8B-B14F-4D97-AF65-F5344CB8AC3E}">
        <p14:creationId xmlns:p14="http://schemas.microsoft.com/office/powerpoint/2010/main" val="948281225"/>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PH"/>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4C21506-B2BE-43BC-8C27-BC2C4DAF9131}" type="datetimeFigureOut">
              <a:rPr lang="en-PH" smtClean="0"/>
              <a:t>28/08/2025</a:t>
            </a:fld>
            <a:endParaRPr lang="en-PH"/>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PH"/>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PH"/>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27E38AF-BC93-4612-8619-54F4BB1E39A6}" type="slidenum">
              <a:rPr lang="en-PH" smtClean="0"/>
              <a:t>‹#›</a:t>
            </a:fld>
            <a:endParaRPr lang="en-PH"/>
          </a:p>
        </p:txBody>
      </p:sp>
    </p:spTree>
    <p:extLst>
      <p:ext uri="{BB962C8B-B14F-4D97-AF65-F5344CB8AC3E}">
        <p14:creationId xmlns:p14="http://schemas.microsoft.com/office/powerpoint/2010/main" val="854664609"/>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H"/>
          </a:p>
        </p:txBody>
      </p:sp>
      <p:sp>
        <p:nvSpPr>
          <p:cNvPr id="4" name="Slide Number Placeholder 3"/>
          <p:cNvSpPr>
            <a:spLocks noGrp="1"/>
          </p:cNvSpPr>
          <p:nvPr>
            <p:ph type="sldNum" sz="quarter" idx="5"/>
          </p:nvPr>
        </p:nvSpPr>
        <p:spPr/>
        <p:txBody>
          <a:bodyPr/>
          <a:lstStyle/>
          <a:p>
            <a:fld id="{E27E38AF-BC93-4612-8619-54F4BB1E39A6}" type="slidenum">
              <a:rPr lang="en-PH" smtClean="0"/>
              <a:t>1</a:t>
            </a:fld>
            <a:endParaRPr lang="en-PH"/>
          </a:p>
        </p:txBody>
      </p:sp>
    </p:spTree>
    <p:extLst>
      <p:ext uri="{BB962C8B-B14F-4D97-AF65-F5344CB8AC3E}">
        <p14:creationId xmlns:p14="http://schemas.microsoft.com/office/powerpoint/2010/main" val="144110466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AB4046-69BB-A68F-D16A-588A849CF46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F88695A-3FF3-DF36-BF03-69B765D354D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FB9BACF-09C9-595D-1836-E26B48831E54}"/>
              </a:ext>
            </a:extLst>
          </p:cNvPr>
          <p:cNvSpPr>
            <a:spLocks noGrp="1"/>
          </p:cNvSpPr>
          <p:nvPr>
            <p:ph type="body" idx="1"/>
          </p:nvPr>
        </p:nvSpPr>
        <p:spPr/>
        <p:txBody>
          <a:bodyPr/>
          <a:lstStyle/>
          <a:p>
            <a:endParaRPr lang="en-PH"/>
          </a:p>
        </p:txBody>
      </p:sp>
      <p:sp>
        <p:nvSpPr>
          <p:cNvPr id="4" name="Slide Number Placeholder 3">
            <a:extLst>
              <a:ext uri="{FF2B5EF4-FFF2-40B4-BE49-F238E27FC236}">
                <a16:creationId xmlns:a16="http://schemas.microsoft.com/office/drawing/2014/main" id="{4DAFE2A0-B71B-85F9-0E46-06EAAB3CFA8F}"/>
              </a:ext>
            </a:extLst>
          </p:cNvPr>
          <p:cNvSpPr>
            <a:spLocks noGrp="1"/>
          </p:cNvSpPr>
          <p:nvPr>
            <p:ph type="sldNum" sz="quarter" idx="5"/>
          </p:nvPr>
        </p:nvSpPr>
        <p:spPr/>
        <p:txBody>
          <a:bodyPr/>
          <a:lstStyle/>
          <a:p>
            <a:fld id="{E27E38AF-BC93-4612-8619-54F4BB1E39A6}" type="slidenum">
              <a:rPr lang="en-PH" smtClean="0"/>
              <a:t>2</a:t>
            </a:fld>
            <a:endParaRPr lang="en-PH"/>
          </a:p>
        </p:txBody>
      </p:sp>
    </p:spTree>
    <p:extLst>
      <p:ext uri="{BB962C8B-B14F-4D97-AF65-F5344CB8AC3E}">
        <p14:creationId xmlns:p14="http://schemas.microsoft.com/office/powerpoint/2010/main" val="278948060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C7AC63-5DA0-56A2-565D-C09D6D3BDE3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C4A7945-44BD-D014-28D4-C24FFE25DBF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CDCE4E3-22BE-120F-6AD5-9170C9EE40E4}"/>
              </a:ext>
            </a:extLst>
          </p:cNvPr>
          <p:cNvSpPr>
            <a:spLocks noGrp="1"/>
          </p:cNvSpPr>
          <p:nvPr>
            <p:ph type="body" idx="1"/>
          </p:nvPr>
        </p:nvSpPr>
        <p:spPr/>
        <p:txBody>
          <a:bodyPr/>
          <a:lstStyle/>
          <a:p>
            <a:pPr algn="l"/>
            <a:endParaRPr lang="en-US" sz="1600" dirty="0"/>
          </a:p>
        </p:txBody>
      </p:sp>
      <p:sp>
        <p:nvSpPr>
          <p:cNvPr id="4" name="Slide Number Placeholder 3">
            <a:extLst>
              <a:ext uri="{FF2B5EF4-FFF2-40B4-BE49-F238E27FC236}">
                <a16:creationId xmlns:a16="http://schemas.microsoft.com/office/drawing/2014/main" id="{8C757C04-8F42-5B55-2C7E-5AC8FB3ED792}"/>
              </a:ext>
            </a:extLst>
          </p:cNvPr>
          <p:cNvSpPr>
            <a:spLocks noGrp="1"/>
          </p:cNvSpPr>
          <p:nvPr>
            <p:ph type="sldNum" sz="quarter" idx="5"/>
          </p:nvPr>
        </p:nvSpPr>
        <p:spPr/>
        <p:txBody>
          <a:bodyPr/>
          <a:lstStyle/>
          <a:p>
            <a:fld id="{E27E38AF-BC93-4612-8619-54F4BB1E39A6}" type="slidenum">
              <a:rPr lang="en-PH" smtClean="0"/>
              <a:t>3</a:t>
            </a:fld>
            <a:endParaRPr lang="en-PH"/>
          </a:p>
        </p:txBody>
      </p:sp>
    </p:spTree>
    <p:extLst>
      <p:ext uri="{BB962C8B-B14F-4D97-AF65-F5344CB8AC3E}">
        <p14:creationId xmlns:p14="http://schemas.microsoft.com/office/powerpoint/2010/main" val="69989166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4FA07C-8E36-555F-F723-686E0CD05FC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DD3FC64-7ADC-8D7F-E7C1-70C18C64B58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8D9D89F-F4F2-82BD-A623-AC89E9A7234E}"/>
              </a:ext>
            </a:extLst>
          </p:cNvPr>
          <p:cNvSpPr>
            <a:spLocks noGrp="1"/>
          </p:cNvSpPr>
          <p:nvPr>
            <p:ph type="body" idx="1"/>
          </p:nvPr>
        </p:nvSpPr>
        <p:spPr/>
        <p:txBody>
          <a:bodyPr/>
          <a:lstStyle/>
          <a:p>
            <a:endParaRPr lang="en-PH"/>
          </a:p>
        </p:txBody>
      </p:sp>
      <p:sp>
        <p:nvSpPr>
          <p:cNvPr id="4" name="Slide Number Placeholder 3">
            <a:extLst>
              <a:ext uri="{FF2B5EF4-FFF2-40B4-BE49-F238E27FC236}">
                <a16:creationId xmlns:a16="http://schemas.microsoft.com/office/drawing/2014/main" id="{15472B9E-1D5C-BF57-C9C9-D7CF3876A2C3}"/>
              </a:ext>
            </a:extLst>
          </p:cNvPr>
          <p:cNvSpPr>
            <a:spLocks noGrp="1"/>
          </p:cNvSpPr>
          <p:nvPr>
            <p:ph type="sldNum" sz="quarter" idx="5"/>
          </p:nvPr>
        </p:nvSpPr>
        <p:spPr/>
        <p:txBody>
          <a:bodyPr/>
          <a:lstStyle/>
          <a:p>
            <a:fld id="{E27E38AF-BC93-4612-8619-54F4BB1E39A6}" type="slidenum">
              <a:rPr lang="en-PH" smtClean="0"/>
              <a:t>4</a:t>
            </a:fld>
            <a:endParaRPr lang="en-PH"/>
          </a:p>
        </p:txBody>
      </p:sp>
    </p:spTree>
    <p:extLst>
      <p:ext uri="{BB962C8B-B14F-4D97-AF65-F5344CB8AC3E}">
        <p14:creationId xmlns:p14="http://schemas.microsoft.com/office/powerpoint/2010/main" val="176692698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0C378E-9DBF-FD14-7AE5-33FE0EF30EB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53201F2-FEE7-9312-82C8-7E0C3CD7B5C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EE83D10-FF54-E2F7-F01A-E797EB8A301F}"/>
              </a:ext>
            </a:extLst>
          </p:cNvPr>
          <p:cNvSpPr>
            <a:spLocks noGrp="1"/>
          </p:cNvSpPr>
          <p:nvPr>
            <p:ph type="body" idx="1"/>
          </p:nvPr>
        </p:nvSpPr>
        <p:spPr/>
        <p:txBody>
          <a:bodyPr/>
          <a:lstStyle/>
          <a:p>
            <a:pPr algn="l"/>
            <a:endParaRPr lang="en-US" sz="1600" dirty="0"/>
          </a:p>
        </p:txBody>
      </p:sp>
      <p:sp>
        <p:nvSpPr>
          <p:cNvPr id="4" name="Slide Number Placeholder 3">
            <a:extLst>
              <a:ext uri="{FF2B5EF4-FFF2-40B4-BE49-F238E27FC236}">
                <a16:creationId xmlns:a16="http://schemas.microsoft.com/office/drawing/2014/main" id="{530CF18A-DAF9-CFEE-E0BB-11B9951F2D32}"/>
              </a:ext>
            </a:extLst>
          </p:cNvPr>
          <p:cNvSpPr>
            <a:spLocks noGrp="1"/>
          </p:cNvSpPr>
          <p:nvPr>
            <p:ph type="sldNum" sz="quarter" idx="5"/>
          </p:nvPr>
        </p:nvSpPr>
        <p:spPr/>
        <p:txBody>
          <a:bodyPr/>
          <a:lstStyle/>
          <a:p>
            <a:fld id="{E27E38AF-BC93-4612-8619-54F4BB1E39A6}" type="slidenum">
              <a:rPr lang="en-PH" smtClean="0"/>
              <a:t>5</a:t>
            </a:fld>
            <a:endParaRPr lang="en-PH"/>
          </a:p>
        </p:txBody>
      </p:sp>
    </p:spTree>
    <p:extLst>
      <p:ext uri="{BB962C8B-B14F-4D97-AF65-F5344CB8AC3E}">
        <p14:creationId xmlns:p14="http://schemas.microsoft.com/office/powerpoint/2010/main" val="247558804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3A95C7-19DA-979B-2590-0BBA42B80E8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1B5BC58-6C1F-15C0-521E-D9058B67968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C59FB1B-0776-FAFB-E000-941D1F38544D}"/>
              </a:ext>
            </a:extLst>
          </p:cNvPr>
          <p:cNvSpPr>
            <a:spLocks noGrp="1"/>
          </p:cNvSpPr>
          <p:nvPr>
            <p:ph type="body" idx="1"/>
          </p:nvPr>
        </p:nvSpPr>
        <p:spPr/>
        <p:txBody>
          <a:bodyPr/>
          <a:lstStyle/>
          <a:p>
            <a:pPr algn="l"/>
            <a:endParaRPr lang="en-US" sz="1600" dirty="0"/>
          </a:p>
        </p:txBody>
      </p:sp>
      <p:sp>
        <p:nvSpPr>
          <p:cNvPr id="4" name="Slide Number Placeholder 3">
            <a:extLst>
              <a:ext uri="{FF2B5EF4-FFF2-40B4-BE49-F238E27FC236}">
                <a16:creationId xmlns:a16="http://schemas.microsoft.com/office/drawing/2014/main" id="{FD246FAC-C38A-70B3-88BB-437B854DF227}"/>
              </a:ext>
            </a:extLst>
          </p:cNvPr>
          <p:cNvSpPr>
            <a:spLocks noGrp="1"/>
          </p:cNvSpPr>
          <p:nvPr>
            <p:ph type="sldNum" sz="quarter" idx="5"/>
          </p:nvPr>
        </p:nvSpPr>
        <p:spPr/>
        <p:txBody>
          <a:bodyPr/>
          <a:lstStyle/>
          <a:p>
            <a:fld id="{E27E38AF-BC93-4612-8619-54F4BB1E39A6}" type="slidenum">
              <a:rPr lang="en-PH" smtClean="0"/>
              <a:t>6</a:t>
            </a:fld>
            <a:endParaRPr lang="en-PH"/>
          </a:p>
        </p:txBody>
      </p:sp>
    </p:spTree>
    <p:extLst>
      <p:ext uri="{BB962C8B-B14F-4D97-AF65-F5344CB8AC3E}">
        <p14:creationId xmlns:p14="http://schemas.microsoft.com/office/powerpoint/2010/main" val="60024497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0E3EC4-451D-01A4-D9B9-69F1C5D59E9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0979FC0-67CB-4DB0-F9A3-99EC3D6134D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FF59AF6-C006-7140-1857-1A69D5431BCC}"/>
              </a:ext>
            </a:extLst>
          </p:cNvPr>
          <p:cNvSpPr>
            <a:spLocks noGrp="1"/>
          </p:cNvSpPr>
          <p:nvPr>
            <p:ph type="body" idx="1"/>
          </p:nvPr>
        </p:nvSpPr>
        <p:spPr/>
        <p:txBody>
          <a:bodyPr/>
          <a:lstStyle/>
          <a:p>
            <a:pPr algn="l"/>
            <a:endParaRPr lang="en-US" sz="1600" dirty="0"/>
          </a:p>
        </p:txBody>
      </p:sp>
      <p:sp>
        <p:nvSpPr>
          <p:cNvPr id="4" name="Slide Number Placeholder 3">
            <a:extLst>
              <a:ext uri="{FF2B5EF4-FFF2-40B4-BE49-F238E27FC236}">
                <a16:creationId xmlns:a16="http://schemas.microsoft.com/office/drawing/2014/main" id="{E55773BF-0F5B-5022-BC2D-D51440C24CC1}"/>
              </a:ext>
            </a:extLst>
          </p:cNvPr>
          <p:cNvSpPr>
            <a:spLocks noGrp="1"/>
          </p:cNvSpPr>
          <p:nvPr>
            <p:ph type="sldNum" sz="quarter" idx="5"/>
          </p:nvPr>
        </p:nvSpPr>
        <p:spPr/>
        <p:txBody>
          <a:bodyPr/>
          <a:lstStyle/>
          <a:p>
            <a:fld id="{E27E38AF-BC93-4612-8619-54F4BB1E39A6}" type="slidenum">
              <a:rPr lang="en-PH" smtClean="0"/>
              <a:t>7</a:t>
            </a:fld>
            <a:endParaRPr lang="en-PH"/>
          </a:p>
        </p:txBody>
      </p:sp>
    </p:spTree>
    <p:extLst>
      <p:ext uri="{BB962C8B-B14F-4D97-AF65-F5344CB8AC3E}">
        <p14:creationId xmlns:p14="http://schemas.microsoft.com/office/powerpoint/2010/main" val="87423953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5471EE-BD29-7ABB-1B94-04501E59CBB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B1F1CE0-215B-6A0C-1A09-F18B6904417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D3F07CF-483F-7493-4F8A-0AF88FB4F286}"/>
              </a:ext>
            </a:extLst>
          </p:cNvPr>
          <p:cNvSpPr>
            <a:spLocks noGrp="1"/>
          </p:cNvSpPr>
          <p:nvPr>
            <p:ph type="body" idx="1"/>
          </p:nvPr>
        </p:nvSpPr>
        <p:spPr/>
        <p:txBody>
          <a:bodyPr/>
          <a:lstStyle/>
          <a:p>
            <a:endParaRPr lang="en-PH"/>
          </a:p>
        </p:txBody>
      </p:sp>
      <p:sp>
        <p:nvSpPr>
          <p:cNvPr id="4" name="Slide Number Placeholder 3">
            <a:extLst>
              <a:ext uri="{FF2B5EF4-FFF2-40B4-BE49-F238E27FC236}">
                <a16:creationId xmlns:a16="http://schemas.microsoft.com/office/drawing/2014/main" id="{C8BC0679-5016-50D7-A4C0-F197899563A2}"/>
              </a:ext>
            </a:extLst>
          </p:cNvPr>
          <p:cNvSpPr>
            <a:spLocks noGrp="1"/>
          </p:cNvSpPr>
          <p:nvPr>
            <p:ph type="sldNum" sz="quarter" idx="5"/>
          </p:nvPr>
        </p:nvSpPr>
        <p:spPr/>
        <p:txBody>
          <a:bodyPr/>
          <a:lstStyle/>
          <a:p>
            <a:fld id="{E27E38AF-BC93-4612-8619-54F4BB1E39A6}" type="slidenum">
              <a:rPr lang="en-PH" smtClean="0"/>
              <a:t>8</a:t>
            </a:fld>
            <a:endParaRPr lang="en-PH"/>
          </a:p>
        </p:txBody>
      </p:sp>
    </p:spTree>
    <p:extLst>
      <p:ext uri="{BB962C8B-B14F-4D97-AF65-F5344CB8AC3E}">
        <p14:creationId xmlns:p14="http://schemas.microsoft.com/office/powerpoint/2010/main" val="269295620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416ECD-2301-C551-6B4E-E89AE6C9879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983CD73-99AB-6DBA-67BA-ECE2A1E1AF9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A19CC11-D112-1D07-0221-C1EE9470B633}"/>
              </a:ext>
            </a:extLst>
          </p:cNvPr>
          <p:cNvSpPr>
            <a:spLocks noGrp="1"/>
          </p:cNvSpPr>
          <p:nvPr>
            <p:ph type="body" idx="1"/>
          </p:nvPr>
        </p:nvSpPr>
        <p:spPr/>
        <p:txBody>
          <a:bodyPr/>
          <a:lstStyle/>
          <a:p>
            <a:pPr algn="l"/>
            <a:endParaRPr lang="en-US" sz="1600" dirty="0"/>
          </a:p>
        </p:txBody>
      </p:sp>
      <p:sp>
        <p:nvSpPr>
          <p:cNvPr id="4" name="Slide Number Placeholder 3">
            <a:extLst>
              <a:ext uri="{FF2B5EF4-FFF2-40B4-BE49-F238E27FC236}">
                <a16:creationId xmlns:a16="http://schemas.microsoft.com/office/drawing/2014/main" id="{B30AD253-FC5E-83AF-7AB1-6261803EF310}"/>
              </a:ext>
            </a:extLst>
          </p:cNvPr>
          <p:cNvSpPr>
            <a:spLocks noGrp="1"/>
          </p:cNvSpPr>
          <p:nvPr>
            <p:ph type="sldNum" sz="quarter" idx="5"/>
          </p:nvPr>
        </p:nvSpPr>
        <p:spPr/>
        <p:txBody>
          <a:bodyPr/>
          <a:lstStyle/>
          <a:p>
            <a:fld id="{E27E38AF-BC93-4612-8619-54F4BB1E39A6}" type="slidenum">
              <a:rPr lang="en-PH" smtClean="0"/>
              <a:t>9</a:t>
            </a:fld>
            <a:endParaRPr lang="en-PH"/>
          </a:p>
        </p:txBody>
      </p:sp>
    </p:spTree>
    <p:extLst>
      <p:ext uri="{BB962C8B-B14F-4D97-AF65-F5344CB8AC3E}">
        <p14:creationId xmlns:p14="http://schemas.microsoft.com/office/powerpoint/2010/main" val="234264806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BF6024-1103-9073-B64F-501638AC95E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9DB3308-DDF9-A008-743A-64D72E3A259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E71BA24-E0FD-86CF-3469-7136EC60A831}"/>
              </a:ext>
            </a:extLst>
          </p:cNvPr>
          <p:cNvSpPr>
            <a:spLocks noGrp="1"/>
          </p:cNvSpPr>
          <p:nvPr>
            <p:ph type="body" idx="1"/>
          </p:nvPr>
        </p:nvSpPr>
        <p:spPr/>
        <p:txBody>
          <a:bodyPr/>
          <a:lstStyle/>
          <a:p>
            <a:pPr algn="l"/>
            <a:endParaRPr lang="en-US" sz="1600" dirty="0"/>
          </a:p>
        </p:txBody>
      </p:sp>
      <p:sp>
        <p:nvSpPr>
          <p:cNvPr id="4" name="Slide Number Placeholder 3">
            <a:extLst>
              <a:ext uri="{FF2B5EF4-FFF2-40B4-BE49-F238E27FC236}">
                <a16:creationId xmlns:a16="http://schemas.microsoft.com/office/drawing/2014/main" id="{F1014D2D-F589-0F96-8DB9-E4F5FF2B29CA}"/>
              </a:ext>
            </a:extLst>
          </p:cNvPr>
          <p:cNvSpPr>
            <a:spLocks noGrp="1"/>
          </p:cNvSpPr>
          <p:nvPr>
            <p:ph type="sldNum" sz="quarter" idx="5"/>
          </p:nvPr>
        </p:nvSpPr>
        <p:spPr/>
        <p:txBody>
          <a:bodyPr/>
          <a:lstStyle/>
          <a:p>
            <a:fld id="{E27E38AF-BC93-4612-8619-54F4BB1E39A6}" type="slidenum">
              <a:rPr lang="en-PH" smtClean="0"/>
              <a:t>10</a:t>
            </a:fld>
            <a:endParaRPr lang="en-PH"/>
          </a:p>
        </p:txBody>
      </p:sp>
    </p:spTree>
    <p:extLst>
      <p:ext uri="{BB962C8B-B14F-4D97-AF65-F5344CB8AC3E}">
        <p14:creationId xmlns:p14="http://schemas.microsoft.com/office/powerpoint/2010/main" val="403237499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03506C-DF06-D39F-51A3-D382EE30C59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3FAF24B-6924-C2F0-7B26-BC105E87937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048FB64-FE3E-65EA-43FD-6AB8194F3660}"/>
              </a:ext>
            </a:extLst>
          </p:cNvPr>
          <p:cNvSpPr>
            <a:spLocks noGrp="1"/>
          </p:cNvSpPr>
          <p:nvPr>
            <p:ph type="body" idx="1"/>
          </p:nvPr>
        </p:nvSpPr>
        <p:spPr/>
        <p:txBody>
          <a:bodyPr/>
          <a:lstStyle/>
          <a:p>
            <a:endParaRPr lang="en-PH"/>
          </a:p>
        </p:txBody>
      </p:sp>
      <p:sp>
        <p:nvSpPr>
          <p:cNvPr id="4" name="Slide Number Placeholder 3">
            <a:extLst>
              <a:ext uri="{FF2B5EF4-FFF2-40B4-BE49-F238E27FC236}">
                <a16:creationId xmlns:a16="http://schemas.microsoft.com/office/drawing/2014/main" id="{01F6C630-C0A9-34A3-B198-B7F5C1080CA1}"/>
              </a:ext>
            </a:extLst>
          </p:cNvPr>
          <p:cNvSpPr>
            <a:spLocks noGrp="1"/>
          </p:cNvSpPr>
          <p:nvPr>
            <p:ph type="sldNum" sz="quarter" idx="5"/>
          </p:nvPr>
        </p:nvSpPr>
        <p:spPr/>
        <p:txBody>
          <a:bodyPr/>
          <a:lstStyle/>
          <a:p>
            <a:fld id="{E27E38AF-BC93-4612-8619-54F4BB1E39A6}" type="slidenum">
              <a:rPr lang="en-PH" smtClean="0"/>
              <a:t>11</a:t>
            </a:fld>
            <a:endParaRPr lang="en-PH"/>
          </a:p>
        </p:txBody>
      </p:sp>
    </p:spTree>
    <p:extLst>
      <p:ext uri="{BB962C8B-B14F-4D97-AF65-F5344CB8AC3E}">
        <p14:creationId xmlns:p14="http://schemas.microsoft.com/office/powerpoint/2010/main" val="30595680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8456D8-EFCB-443D-7FCA-43F17833809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D19C04E-AD1B-EF5B-2D2B-D313A0C7F32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AF7CB9F-CC41-F8F0-BDCE-4A5E9B4E0C08}"/>
              </a:ext>
            </a:extLst>
          </p:cNvPr>
          <p:cNvSpPr>
            <a:spLocks noGrp="1"/>
          </p:cNvSpPr>
          <p:nvPr>
            <p:ph type="body" idx="1"/>
          </p:nvPr>
        </p:nvSpPr>
        <p:spPr/>
        <p:txBody>
          <a:bodyPr/>
          <a:lstStyle/>
          <a:p>
            <a:pPr algn="l"/>
            <a:endParaRPr lang="en-US" sz="1600" dirty="0"/>
          </a:p>
        </p:txBody>
      </p:sp>
      <p:sp>
        <p:nvSpPr>
          <p:cNvPr id="4" name="Slide Number Placeholder 3">
            <a:extLst>
              <a:ext uri="{FF2B5EF4-FFF2-40B4-BE49-F238E27FC236}">
                <a16:creationId xmlns:a16="http://schemas.microsoft.com/office/drawing/2014/main" id="{B2B01C36-1A5A-E9E9-6B02-04CFFD0E43BD}"/>
              </a:ext>
            </a:extLst>
          </p:cNvPr>
          <p:cNvSpPr>
            <a:spLocks noGrp="1"/>
          </p:cNvSpPr>
          <p:nvPr>
            <p:ph type="sldNum" sz="quarter" idx="5"/>
          </p:nvPr>
        </p:nvSpPr>
        <p:spPr/>
        <p:txBody>
          <a:bodyPr/>
          <a:lstStyle/>
          <a:p>
            <a:fld id="{E27E38AF-BC93-4612-8619-54F4BB1E39A6}" type="slidenum">
              <a:rPr lang="en-PH" smtClean="0"/>
              <a:t>12</a:t>
            </a:fld>
            <a:endParaRPr lang="en-PH"/>
          </a:p>
        </p:txBody>
      </p:sp>
    </p:spTree>
    <p:extLst>
      <p:ext uri="{BB962C8B-B14F-4D97-AF65-F5344CB8AC3E}">
        <p14:creationId xmlns:p14="http://schemas.microsoft.com/office/powerpoint/2010/main" val="34114508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493CC1-EF43-02A5-C282-D9EE7509139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CD08334-8E8E-DA1A-724E-58593182E7B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E9ACCBD-E29D-17A9-327E-8C928F116907}"/>
              </a:ext>
            </a:extLst>
          </p:cNvPr>
          <p:cNvSpPr>
            <a:spLocks noGrp="1"/>
          </p:cNvSpPr>
          <p:nvPr>
            <p:ph type="body" idx="1"/>
          </p:nvPr>
        </p:nvSpPr>
        <p:spPr/>
        <p:txBody>
          <a:bodyPr/>
          <a:lstStyle/>
          <a:p>
            <a:pPr algn="l"/>
            <a:endParaRPr lang="en-US" sz="1600" dirty="0"/>
          </a:p>
        </p:txBody>
      </p:sp>
      <p:sp>
        <p:nvSpPr>
          <p:cNvPr id="4" name="Slide Number Placeholder 3">
            <a:extLst>
              <a:ext uri="{FF2B5EF4-FFF2-40B4-BE49-F238E27FC236}">
                <a16:creationId xmlns:a16="http://schemas.microsoft.com/office/drawing/2014/main" id="{C8EBE4DC-1139-3A35-4F54-9BEE7396C937}"/>
              </a:ext>
            </a:extLst>
          </p:cNvPr>
          <p:cNvSpPr>
            <a:spLocks noGrp="1"/>
          </p:cNvSpPr>
          <p:nvPr>
            <p:ph type="sldNum" sz="quarter" idx="5"/>
          </p:nvPr>
        </p:nvSpPr>
        <p:spPr/>
        <p:txBody>
          <a:bodyPr/>
          <a:lstStyle/>
          <a:p>
            <a:fld id="{E27E38AF-BC93-4612-8619-54F4BB1E39A6}" type="slidenum">
              <a:rPr lang="en-PH" smtClean="0"/>
              <a:t>13</a:t>
            </a:fld>
            <a:endParaRPr lang="en-PH"/>
          </a:p>
        </p:txBody>
      </p:sp>
    </p:spTree>
    <p:extLst>
      <p:ext uri="{BB962C8B-B14F-4D97-AF65-F5344CB8AC3E}">
        <p14:creationId xmlns:p14="http://schemas.microsoft.com/office/powerpoint/2010/main" val="81142322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4BAD60-BE5E-264A-B921-4307EB4CB3C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4FEAC25-FEA5-6F3D-7D8F-83E66E4426B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B04418B-9F6E-EA60-E0F6-4177743E34E4}"/>
              </a:ext>
            </a:extLst>
          </p:cNvPr>
          <p:cNvSpPr>
            <a:spLocks noGrp="1"/>
          </p:cNvSpPr>
          <p:nvPr>
            <p:ph type="body" idx="1"/>
          </p:nvPr>
        </p:nvSpPr>
        <p:spPr/>
        <p:txBody>
          <a:bodyPr/>
          <a:lstStyle/>
          <a:p>
            <a:pPr algn="l"/>
            <a:endParaRPr lang="en-US" sz="1600" dirty="0"/>
          </a:p>
        </p:txBody>
      </p:sp>
      <p:sp>
        <p:nvSpPr>
          <p:cNvPr id="4" name="Slide Number Placeholder 3">
            <a:extLst>
              <a:ext uri="{FF2B5EF4-FFF2-40B4-BE49-F238E27FC236}">
                <a16:creationId xmlns:a16="http://schemas.microsoft.com/office/drawing/2014/main" id="{201B8455-2984-82E8-E93E-C6A1D487E7F3}"/>
              </a:ext>
            </a:extLst>
          </p:cNvPr>
          <p:cNvSpPr>
            <a:spLocks noGrp="1"/>
          </p:cNvSpPr>
          <p:nvPr>
            <p:ph type="sldNum" sz="quarter" idx="5"/>
          </p:nvPr>
        </p:nvSpPr>
        <p:spPr/>
        <p:txBody>
          <a:bodyPr/>
          <a:lstStyle/>
          <a:p>
            <a:fld id="{E27E38AF-BC93-4612-8619-54F4BB1E39A6}" type="slidenum">
              <a:rPr lang="en-PH" smtClean="0"/>
              <a:t>14</a:t>
            </a:fld>
            <a:endParaRPr lang="en-PH"/>
          </a:p>
        </p:txBody>
      </p:sp>
    </p:spTree>
    <p:extLst>
      <p:ext uri="{BB962C8B-B14F-4D97-AF65-F5344CB8AC3E}">
        <p14:creationId xmlns:p14="http://schemas.microsoft.com/office/powerpoint/2010/main" val="110791871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BACC6D-C46D-D106-5D4E-B2309571F5C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16C3659-76FE-1140-CECC-F1F0104F383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4E5B4EF-7A71-784B-DA28-8719D41A0E97}"/>
              </a:ext>
            </a:extLst>
          </p:cNvPr>
          <p:cNvSpPr>
            <a:spLocks noGrp="1"/>
          </p:cNvSpPr>
          <p:nvPr>
            <p:ph type="body" idx="1"/>
          </p:nvPr>
        </p:nvSpPr>
        <p:spPr/>
        <p:txBody>
          <a:bodyPr/>
          <a:lstStyle/>
          <a:p>
            <a:pPr algn="l"/>
            <a:endParaRPr lang="en-US" sz="1600" dirty="0"/>
          </a:p>
        </p:txBody>
      </p:sp>
      <p:sp>
        <p:nvSpPr>
          <p:cNvPr id="4" name="Slide Number Placeholder 3">
            <a:extLst>
              <a:ext uri="{FF2B5EF4-FFF2-40B4-BE49-F238E27FC236}">
                <a16:creationId xmlns:a16="http://schemas.microsoft.com/office/drawing/2014/main" id="{58275064-F8DC-8B2A-29C8-1EC58A8B4DFD}"/>
              </a:ext>
            </a:extLst>
          </p:cNvPr>
          <p:cNvSpPr>
            <a:spLocks noGrp="1"/>
          </p:cNvSpPr>
          <p:nvPr>
            <p:ph type="sldNum" sz="quarter" idx="5"/>
          </p:nvPr>
        </p:nvSpPr>
        <p:spPr/>
        <p:txBody>
          <a:bodyPr/>
          <a:lstStyle/>
          <a:p>
            <a:fld id="{E27E38AF-BC93-4612-8619-54F4BB1E39A6}" type="slidenum">
              <a:rPr lang="en-PH" smtClean="0"/>
              <a:t>15</a:t>
            </a:fld>
            <a:endParaRPr lang="en-PH"/>
          </a:p>
        </p:txBody>
      </p:sp>
    </p:spTree>
    <p:extLst>
      <p:ext uri="{BB962C8B-B14F-4D97-AF65-F5344CB8AC3E}">
        <p14:creationId xmlns:p14="http://schemas.microsoft.com/office/powerpoint/2010/main" val="321805995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CD2111-2E2D-0BD3-68CD-6189C3BF280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2BA60A5-54AB-E7FC-0B1C-9519A1E5134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19CB99F-7072-FDD4-62A6-01D9656BCCB4}"/>
              </a:ext>
            </a:extLst>
          </p:cNvPr>
          <p:cNvSpPr>
            <a:spLocks noGrp="1"/>
          </p:cNvSpPr>
          <p:nvPr>
            <p:ph type="body" idx="1"/>
          </p:nvPr>
        </p:nvSpPr>
        <p:spPr/>
        <p:txBody>
          <a:bodyPr/>
          <a:lstStyle/>
          <a:p>
            <a:pPr algn="l"/>
            <a:endParaRPr lang="en-US" sz="1600" dirty="0"/>
          </a:p>
        </p:txBody>
      </p:sp>
      <p:sp>
        <p:nvSpPr>
          <p:cNvPr id="4" name="Slide Number Placeholder 3">
            <a:extLst>
              <a:ext uri="{FF2B5EF4-FFF2-40B4-BE49-F238E27FC236}">
                <a16:creationId xmlns:a16="http://schemas.microsoft.com/office/drawing/2014/main" id="{60FEF5C4-CD38-093E-2178-6250B61DF6E1}"/>
              </a:ext>
            </a:extLst>
          </p:cNvPr>
          <p:cNvSpPr>
            <a:spLocks noGrp="1"/>
          </p:cNvSpPr>
          <p:nvPr>
            <p:ph type="sldNum" sz="quarter" idx="5"/>
          </p:nvPr>
        </p:nvSpPr>
        <p:spPr/>
        <p:txBody>
          <a:bodyPr/>
          <a:lstStyle/>
          <a:p>
            <a:fld id="{E27E38AF-BC93-4612-8619-54F4BB1E39A6}" type="slidenum">
              <a:rPr lang="en-PH" smtClean="0"/>
              <a:t>16</a:t>
            </a:fld>
            <a:endParaRPr lang="en-PH"/>
          </a:p>
        </p:txBody>
      </p:sp>
    </p:spTree>
    <p:extLst>
      <p:ext uri="{BB962C8B-B14F-4D97-AF65-F5344CB8AC3E}">
        <p14:creationId xmlns:p14="http://schemas.microsoft.com/office/powerpoint/2010/main" val="180692174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BF4549-DD3D-5D9F-1119-1E2392DAB33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78F038E-4B8B-EA26-C997-189945FF58A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E818D14-CB63-6247-F781-2C82F8374627}"/>
              </a:ext>
            </a:extLst>
          </p:cNvPr>
          <p:cNvSpPr>
            <a:spLocks noGrp="1"/>
          </p:cNvSpPr>
          <p:nvPr>
            <p:ph type="body" idx="1"/>
          </p:nvPr>
        </p:nvSpPr>
        <p:spPr/>
        <p:txBody>
          <a:bodyPr/>
          <a:lstStyle/>
          <a:p>
            <a:pPr algn="l"/>
            <a:endParaRPr lang="en-US" sz="1600" dirty="0"/>
          </a:p>
        </p:txBody>
      </p:sp>
      <p:sp>
        <p:nvSpPr>
          <p:cNvPr id="4" name="Slide Number Placeholder 3">
            <a:extLst>
              <a:ext uri="{FF2B5EF4-FFF2-40B4-BE49-F238E27FC236}">
                <a16:creationId xmlns:a16="http://schemas.microsoft.com/office/drawing/2014/main" id="{7D71C64F-D747-18CB-99FA-F940E4EC6A02}"/>
              </a:ext>
            </a:extLst>
          </p:cNvPr>
          <p:cNvSpPr>
            <a:spLocks noGrp="1"/>
          </p:cNvSpPr>
          <p:nvPr>
            <p:ph type="sldNum" sz="quarter" idx="5"/>
          </p:nvPr>
        </p:nvSpPr>
        <p:spPr/>
        <p:txBody>
          <a:bodyPr/>
          <a:lstStyle/>
          <a:p>
            <a:fld id="{E27E38AF-BC93-4612-8619-54F4BB1E39A6}" type="slidenum">
              <a:rPr lang="en-PH" smtClean="0"/>
              <a:t>17</a:t>
            </a:fld>
            <a:endParaRPr lang="en-PH"/>
          </a:p>
        </p:txBody>
      </p:sp>
    </p:spTree>
    <p:extLst>
      <p:ext uri="{BB962C8B-B14F-4D97-AF65-F5344CB8AC3E}">
        <p14:creationId xmlns:p14="http://schemas.microsoft.com/office/powerpoint/2010/main" val="162677556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9270BD-1E66-3FC0-52B2-883F97A7DF9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279C129-5640-2AC0-8AFF-5378DB75E88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E4D7A85-01CA-A22F-9C1C-70F3894C48B7}"/>
              </a:ext>
            </a:extLst>
          </p:cNvPr>
          <p:cNvSpPr>
            <a:spLocks noGrp="1"/>
          </p:cNvSpPr>
          <p:nvPr>
            <p:ph type="body" idx="1"/>
          </p:nvPr>
        </p:nvSpPr>
        <p:spPr/>
        <p:txBody>
          <a:bodyPr/>
          <a:lstStyle/>
          <a:p>
            <a:pPr algn="l"/>
            <a:endParaRPr lang="en-US" sz="1600" dirty="0"/>
          </a:p>
        </p:txBody>
      </p:sp>
      <p:sp>
        <p:nvSpPr>
          <p:cNvPr id="4" name="Slide Number Placeholder 3">
            <a:extLst>
              <a:ext uri="{FF2B5EF4-FFF2-40B4-BE49-F238E27FC236}">
                <a16:creationId xmlns:a16="http://schemas.microsoft.com/office/drawing/2014/main" id="{5E995124-2A47-FAB5-03EA-49D7D1C736A1}"/>
              </a:ext>
            </a:extLst>
          </p:cNvPr>
          <p:cNvSpPr>
            <a:spLocks noGrp="1"/>
          </p:cNvSpPr>
          <p:nvPr>
            <p:ph type="sldNum" sz="quarter" idx="5"/>
          </p:nvPr>
        </p:nvSpPr>
        <p:spPr/>
        <p:txBody>
          <a:bodyPr/>
          <a:lstStyle/>
          <a:p>
            <a:fld id="{E27E38AF-BC93-4612-8619-54F4BB1E39A6}" type="slidenum">
              <a:rPr lang="en-PH" smtClean="0"/>
              <a:t>18</a:t>
            </a:fld>
            <a:endParaRPr lang="en-PH"/>
          </a:p>
        </p:txBody>
      </p:sp>
    </p:spTree>
    <p:extLst>
      <p:ext uri="{BB962C8B-B14F-4D97-AF65-F5344CB8AC3E}">
        <p14:creationId xmlns:p14="http://schemas.microsoft.com/office/powerpoint/2010/main" val="328952930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A63211-9E11-6FA6-EAFE-73053180784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75DC7BE-45D0-C76F-C061-604E857FEFC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29516C5-8ABE-6833-1AC0-BB57802371C5}"/>
              </a:ext>
            </a:extLst>
          </p:cNvPr>
          <p:cNvSpPr>
            <a:spLocks noGrp="1"/>
          </p:cNvSpPr>
          <p:nvPr>
            <p:ph type="body" idx="1"/>
          </p:nvPr>
        </p:nvSpPr>
        <p:spPr/>
        <p:txBody>
          <a:bodyPr/>
          <a:lstStyle/>
          <a:p>
            <a:pPr algn="l"/>
            <a:endParaRPr lang="en-US" sz="1600" dirty="0"/>
          </a:p>
        </p:txBody>
      </p:sp>
      <p:sp>
        <p:nvSpPr>
          <p:cNvPr id="4" name="Slide Number Placeholder 3">
            <a:extLst>
              <a:ext uri="{FF2B5EF4-FFF2-40B4-BE49-F238E27FC236}">
                <a16:creationId xmlns:a16="http://schemas.microsoft.com/office/drawing/2014/main" id="{7A572F80-939E-1DEB-8130-34AE26F409D0}"/>
              </a:ext>
            </a:extLst>
          </p:cNvPr>
          <p:cNvSpPr>
            <a:spLocks noGrp="1"/>
          </p:cNvSpPr>
          <p:nvPr>
            <p:ph type="sldNum" sz="quarter" idx="5"/>
          </p:nvPr>
        </p:nvSpPr>
        <p:spPr/>
        <p:txBody>
          <a:bodyPr/>
          <a:lstStyle/>
          <a:p>
            <a:fld id="{E27E38AF-BC93-4612-8619-54F4BB1E39A6}" type="slidenum">
              <a:rPr lang="en-PH" smtClean="0"/>
              <a:t>19</a:t>
            </a:fld>
            <a:endParaRPr lang="en-PH"/>
          </a:p>
        </p:txBody>
      </p:sp>
    </p:spTree>
    <p:extLst>
      <p:ext uri="{BB962C8B-B14F-4D97-AF65-F5344CB8AC3E}">
        <p14:creationId xmlns:p14="http://schemas.microsoft.com/office/powerpoint/2010/main" val="77678466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06F5AC-5506-A54A-B293-F0ED7E0545B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116A94D-3B0D-0C41-98A3-69D4DD9029D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C99A98B-2146-F901-27DD-F0BE09AEFE4F}"/>
              </a:ext>
            </a:extLst>
          </p:cNvPr>
          <p:cNvSpPr>
            <a:spLocks noGrp="1"/>
          </p:cNvSpPr>
          <p:nvPr>
            <p:ph type="body" idx="1"/>
          </p:nvPr>
        </p:nvSpPr>
        <p:spPr/>
        <p:txBody>
          <a:bodyPr/>
          <a:lstStyle/>
          <a:p>
            <a:endParaRPr lang="en-PH"/>
          </a:p>
        </p:txBody>
      </p:sp>
      <p:sp>
        <p:nvSpPr>
          <p:cNvPr id="4" name="Slide Number Placeholder 3">
            <a:extLst>
              <a:ext uri="{FF2B5EF4-FFF2-40B4-BE49-F238E27FC236}">
                <a16:creationId xmlns:a16="http://schemas.microsoft.com/office/drawing/2014/main" id="{0AF0417F-46D5-EA9C-EC15-8B645D67F57E}"/>
              </a:ext>
            </a:extLst>
          </p:cNvPr>
          <p:cNvSpPr>
            <a:spLocks noGrp="1"/>
          </p:cNvSpPr>
          <p:nvPr>
            <p:ph type="sldNum" sz="quarter" idx="5"/>
          </p:nvPr>
        </p:nvSpPr>
        <p:spPr/>
        <p:txBody>
          <a:bodyPr/>
          <a:lstStyle/>
          <a:p>
            <a:fld id="{E27E38AF-BC93-4612-8619-54F4BB1E39A6}" type="slidenum">
              <a:rPr lang="en-PH" smtClean="0"/>
              <a:t>20</a:t>
            </a:fld>
            <a:endParaRPr lang="en-PH"/>
          </a:p>
        </p:txBody>
      </p:sp>
    </p:spTree>
    <p:extLst>
      <p:ext uri="{BB962C8B-B14F-4D97-AF65-F5344CB8AC3E}">
        <p14:creationId xmlns:p14="http://schemas.microsoft.com/office/powerpoint/2010/main" val="305267339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76E5D2-9695-7102-EC98-DC2E5F78968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7AA3622-3E30-6490-8E1B-4FB0068F0AC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7C8E29F-68CF-B598-D2EB-4BB3890B2F79}"/>
              </a:ext>
            </a:extLst>
          </p:cNvPr>
          <p:cNvSpPr>
            <a:spLocks noGrp="1"/>
          </p:cNvSpPr>
          <p:nvPr>
            <p:ph type="body" idx="1"/>
          </p:nvPr>
        </p:nvSpPr>
        <p:spPr/>
        <p:txBody>
          <a:bodyPr/>
          <a:lstStyle/>
          <a:p>
            <a:pPr algn="l"/>
            <a:endParaRPr lang="en-US" sz="1600" dirty="0"/>
          </a:p>
        </p:txBody>
      </p:sp>
      <p:sp>
        <p:nvSpPr>
          <p:cNvPr id="4" name="Slide Number Placeholder 3">
            <a:extLst>
              <a:ext uri="{FF2B5EF4-FFF2-40B4-BE49-F238E27FC236}">
                <a16:creationId xmlns:a16="http://schemas.microsoft.com/office/drawing/2014/main" id="{F1034501-4EEE-4315-4711-40503431218D}"/>
              </a:ext>
            </a:extLst>
          </p:cNvPr>
          <p:cNvSpPr>
            <a:spLocks noGrp="1"/>
          </p:cNvSpPr>
          <p:nvPr>
            <p:ph type="sldNum" sz="quarter" idx="5"/>
          </p:nvPr>
        </p:nvSpPr>
        <p:spPr/>
        <p:txBody>
          <a:bodyPr/>
          <a:lstStyle/>
          <a:p>
            <a:fld id="{E27E38AF-BC93-4612-8619-54F4BB1E39A6}" type="slidenum">
              <a:rPr lang="en-PH" smtClean="0"/>
              <a:t>21</a:t>
            </a:fld>
            <a:endParaRPr lang="en-PH"/>
          </a:p>
        </p:txBody>
      </p:sp>
    </p:spTree>
    <p:extLst>
      <p:ext uri="{BB962C8B-B14F-4D97-AF65-F5344CB8AC3E}">
        <p14:creationId xmlns:p14="http://schemas.microsoft.com/office/powerpoint/2010/main" val="377626995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0C91B6-2719-AB53-2922-AB8A9EE5E2D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D256B52-7212-6185-B71A-C6EEE7F2B93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C214E1A-26C0-2680-D397-64A16C8020F3}"/>
              </a:ext>
            </a:extLst>
          </p:cNvPr>
          <p:cNvSpPr>
            <a:spLocks noGrp="1"/>
          </p:cNvSpPr>
          <p:nvPr>
            <p:ph type="body" idx="1"/>
          </p:nvPr>
        </p:nvSpPr>
        <p:spPr/>
        <p:txBody>
          <a:bodyPr/>
          <a:lstStyle/>
          <a:p>
            <a:endParaRPr lang="en-PH"/>
          </a:p>
        </p:txBody>
      </p:sp>
      <p:sp>
        <p:nvSpPr>
          <p:cNvPr id="4" name="Slide Number Placeholder 3">
            <a:extLst>
              <a:ext uri="{FF2B5EF4-FFF2-40B4-BE49-F238E27FC236}">
                <a16:creationId xmlns:a16="http://schemas.microsoft.com/office/drawing/2014/main" id="{15493CE7-9FF4-5892-8956-5F1CC1549734}"/>
              </a:ext>
            </a:extLst>
          </p:cNvPr>
          <p:cNvSpPr>
            <a:spLocks noGrp="1"/>
          </p:cNvSpPr>
          <p:nvPr>
            <p:ph type="sldNum" sz="quarter" idx="5"/>
          </p:nvPr>
        </p:nvSpPr>
        <p:spPr/>
        <p:txBody>
          <a:bodyPr/>
          <a:lstStyle/>
          <a:p>
            <a:fld id="{E27E38AF-BC93-4612-8619-54F4BB1E39A6}" type="slidenum">
              <a:rPr lang="en-PH" smtClean="0"/>
              <a:t>22</a:t>
            </a:fld>
            <a:endParaRPr lang="en-PH"/>
          </a:p>
        </p:txBody>
      </p:sp>
    </p:spTree>
    <p:extLst>
      <p:ext uri="{BB962C8B-B14F-4D97-AF65-F5344CB8AC3E}">
        <p14:creationId xmlns:p14="http://schemas.microsoft.com/office/powerpoint/2010/main" val="609498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6A1CEE-FD62-9C87-7BF3-0428E7ED27B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A0BE0CD-E9C4-2D71-34B2-60A5208060C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8AF9FA3-8A68-9097-8031-BC7A28732CE7}"/>
              </a:ext>
            </a:extLst>
          </p:cNvPr>
          <p:cNvSpPr>
            <a:spLocks noGrp="1"/>
          </p:cNvSpPr>
          <p:nvPr>
            <p:ph type="body" idx="1"/>
          </p:nvPr>
        </p:nvSpPr>
        <p:spPr/>
        <p:txBody>
          <a:bodyPr/>
          <a:lstStyle/>
          <a:p>
            <a:pPr algn="l"/>
            <a:endParaRPr lang="en-US" sz="1600" dirty="0"/>
          </a:p>
        </p:txBody>
      </p:sp>
      <p:sp>
        <p:nvSpPr>
          <p:cNvPr id="4" name="Slide Number Placeholder 3">
            <a:extLst>
              <a:ext uri="{FF2B5EF4-FFF2-40B4-BE49-F238E27FC236}">
                <a16:creationId xmlns:a16="http://schemas.microsoft.com/office/drawing/2014/main" id="{FF0BD730-1893-4986-9871-0B7DFE09EDA1}"/>
              </a:ext>
            </a:extLst>
          </p:cNvPr>
          <p:cNvSpPr>
            <a:spLocks noGrp="1"/>
          </p:cNvSpPr>
          <p:nvPr>
            <p:ph type="sldNum" sz="quarter" idx="5"/>
          </p:nvPr>
        </p:nvSpPr>
        <p:spPr/>
        <p:txBody>
          <a:bodyPr/>
          <a:lstStyle/>
          <a:p>
            <a:fld id="{E27E38AF-BC93-4612-8619-54F4BB1E39A6}" type="slidenum">
              <a:rPr lang="en-PH" smtClean="0"/>
              <a:t>23</a:t>
            </a:fld>
            <a:endParaRPr lang="en-PH"/>
          </a:p>
        </p:txBody>
      </p:sp>
    </p:spTree>
    <p:extLst>
      <p:ext uri="{BB962C8B-B14F-4D97-AF65-F5344CB8AC3E}">
        <p14:creationId xmlns:p14="http://schemas.microsoft.com/office/powerpoint/2010/main" val="128725725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2A09D2-711E-6232-7E97-56EFE9DAE3E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A040232-1B4C-BA75-B012-06877B93EB7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DB9F6BA-D23F-7128-6EDD-744DD1A874D5}"/>
              </a:ext>
            </a:extLst>
          </p:cNvPr>
          <p:cNvSpPr>
            <a:spLocks noGrp="1"/>
          </p:cNvSpPr>
          <p:nvPr>
            <p:ph type="body" idx="1"/>
          </p:nvPr>
        </p:nvSpPr>
        <p:spPr/>
        <p:txBody>
          <a:bodyPr/>
          <a:lstStyle/>
          <a:p>
            <a:pPr algn="l"/>
            <a:endParaRPr lang="en-US" sz="1600" dirty="0"/>
          </a:p>
        </p:txBody>
      </p:sp>
      <p:sp>
        <p:nvSpPr>
          <p:cNvPr id="4" name="Slide Number Placeholder 3">
            <a:extLst>
              <a:ext uri="{FF2B5EF4-FFF2-40B4-BE49-F238E27FC236}">
                <a16:creationId xmlns:a16="http://schemas.microsoft.com/office/drawing/2014/main" id="{F2715527-BCD9-F99B-CEF1-0DB432BC965B}"/>
              </a:ext>
            </a:extLst>
          </p:cNvPr>
          <p:cNvSpPr>
            <a:spLocks noGrp="1"/>
          </p:cNvSpPr>
          <p:nvPr>
            <p:ph type="sldNum" sz="quarter" idx="5"/>
          </p:nvPr>
        </p:nvSpPr>
        <p:spPr/>
        <p:txBody>
          <a:bodyPr/>
          <a:lstStyle/>
          <a:p>
            <a:fld id="{E27E38AF-BC93-4612-8619-54F4BB1E39A6}" type="slidenum">
              <a:rPr lang="en-PH" smtClean="0"/>
              <a:t>24</a:t>
            </a:fld>
            <a:endParaRPr lang="en-PH"/>
          </a:p>
        </p:txBody>
      </p:sp>
    </p:spTree>
    <p:extLst>
      <p:ext uri="{BB962C8B-B14F-4D97-AF65-F5344CB8AC3E}">
        <p14:creationId xmlns:p14="http://schemas.microsoft.com/office/powerpoint/2010/main" val="152866793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36FE9F-244C-E728-4B5A-B462EC83198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6A671CC-D26B-593A-50E5-3E5BECFBC83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5D4736D-0706-1421-F240-A15A0DDBAE20}"/>
              </a:ext>
            </a:extLst>
          </p:cNvPr>
          <p:cNvSpPr>
            <a:spLocks noGrp="1"/>
          </p:cNvSpPr>
          <p:nvPr>
            <p:ph type="body" idx="1"/>
          </p:nvPr>
        </p:nvSpPr>
        <p:spPr/>
        <p:txBody>
          <a:bodyPr/>
          <a:lstStyle/>
          <a:p>
            <a:pPr algn="l"/>
            <a:endParaRPr lang="en-US" sz="1600" dirty="0"/>
          </a:p>
        </p:txBody>
      </p:sp>
      <p:sp>
        <p:nvSpPr>
          <p:cNvPr id="4" name="Slide Number Placeholder 3">
            <a:extLst>
              <a:ext uri="{FF2B5EF4-FFF2-40B4-BE49-F238E27FC236}">
                <a16:creationId xmlns:a16="http://schemas.microsoft.com/office/drawing/2014/main" id="{92264939-7E14-ECFA-8644-F7018057572A}"/>
              </a:ext>
            </a:extLst>
          </p:cNvPr>
          <p:cNvSpPr>
            <a:spLocks noGrp="1"/>
          </p:cNvSpPr>
          <p:nvPr>
            <p:ph type="sldNum" sz="quarter" idx="5"/>
          </p:nvPr>
        </p:nvSpPr>
        <p:spPr/>
        <p:txBody>
          <a:bodyPr/>
          <a:lstStyle/>
          <a:p>
            <a:fld id="{E27E38AF-BC93-4612-8619-54F4BB1E39A6}" type="slidenum">
              <a:rPr lang="en-PH" smtClean="0"/>
              <a:t>25</a:t>
            </a:fld>
            <a:endParaRPr lang="en-PH"/>
          </a:p>
        </p:txBody>
      </p:sp>
    </p:spTree>
    <p:extLst>
      <p:ext uri="{BB962C8B-B14F-4D97-AF65-F5344CB8AC3E}">
        <p14:creationId xmlns:p14="http://schemas.microsoft.com/office/powerpoint/2010/main" val="71247928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FDFCD4-75A4-8E9F-5B8E-C252E4E6356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346FF64-EFB9-4690-D601-9A726EA778E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87DD7F9-E398-112D-07B0-5D41FC9D58EA}"/>
              </a:ext>
            </a:extLst>
          </p:cNvPr>
          <p:cNvSpPr>
            <a:spLocks noGrp="1"/>
          </p:cNvSpPr>
          <p:nvPr>
            <p:ph type="body" idx="1"/>
          </p:nvPr>
        </p:nvSpPr>
        <p:spPr/>
        <p:txBody>
          <a:bodyPr/>
          <a:lstStyle/>
          <a:p>
            <a:pPr algn="l"/>
            <a:endParaRPr lang="en-US" sz="1600" dirty="0"/>
          </a:p>
        </p:txBody>
      </p:sp>
      <p:sp>
        <p:nvSpPr>
          <p:cNvPr id="4" name="Slide Number Placeholder 3">
            <a:extLst>
              <a:ext uri="{FF2B5EF4-FFF2-40B4-BE49-F238E27FC236}">
                <a16:creationId xmlns:a16="http://schemas.microsoft.com/office/drawing/2014/main" id="{80CDB1D2-176F-CF10-6863-36A49D2B2490}"/>
              </a:ext>
            </a:extLst>
          </p:cNvPr>
          <p:cNvSpPr>
            <a:spLocks noGrp="1"/>
          </p:cNvSpPr>
          <p:nvPr>
            <p:ph type="sldNum" sz="quarter" idx="5"/>
          </p:nvPr>
        </p:nvSpPr>
        <p:spPr/>
        <p:txBody>
          <a:bodyPr/>
          <a:lstStyle/>
          <a:p>
            <a:fld id="{E27E38AF-BC93-4612-8619-54F4BB1E39A6}" type="slidenum">
              <a:rPr lang="en-PH" smtClean="0"/>
              <a:t>26</a:t>
            </a:fld>
            <a:endParaRPr lang="en-PH"/>
          </a:p>
        </p:txBody>
      </p:sp>
    </p:spTree>
    <p:extLst>
      <p:ext uri="{BB962C8B-B14F-4D97-AF65-F5344CB8AC3E}">
        <p14:creationId xmlns:p14="http://schemas.microsoft.com/office/powerpoint/2010/main" val="219700518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7CD605-6488-B426-D86F-621B62B5B34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8EC4FC9-FC89-8EF1-EFB9-A9D6003A372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5F3F6E6-CD4D-1522-0239-2812038B6D99}"/>
              </a:ext>
            </a:extLst>
          </p:cNvPr>
          <p:cNvSpPr>
            <a:spLocks noGrp="1"/>
          </p:cNvSpPr>
          <p:nvPr>
            <p:ph type="body" idx="1"/>
          </p:nvPr>
        </p:nvSpPr>
        <p:spPr/>
        <p:txBody>
          <a:bodyPr/>
          <a:lstStyle/>
          <a:p>
            <a:pPr algn="l"/>
            <a:endParaRPr lang="en-US" sz="1600" dirty="0"/>
          </a:p>
        </p:txBody>
      </p:sp>
      <p:sp>
        <p:nvSpPr>
          <p:cNvPr id="4" name="Slide Number Placeholder 3">
            <a:extLst>
              <a:ext uri="{FF2B5EF4-FFF2-40B4-BE49-F238E27FC236}">
                <a16:creationId xmlns:a16="http://schemas.microsoft.com/office/drawing/2014/main" id="{24609F9B-CF02-A45C-1633-22332C4E1A0C}"/>
              </a:ext>
            </a:extLst>
          </p:cNvPr>
          <p:cNvSpPr>
            <a:spLocks noGrp="1"/>
          </p:cNvSpPr>
          <p:nvPr>
            <p:ph type="sldNum" sz="quarter" idx="5"/>
          </p:nvPr>
        </p:nvSpPr>
        <p:spPr/>
        <p:txBody>
          <a:bodyPr/>
          <a:lstStyle/>
          <a:p>
            <a:fld id="{E27E38AF-BC93-4612-8619-54F4BB1E39A6}" type="slidenum">
              <a:rPr lang="en-PH" smtClean="0"/>
              <a:t>27</a:t>
            </a:fld>
            <a:endParaRPr lang="en-PH"/>
          </a:p>
        </p:txBody>
      </p:sp>
    </p:spTree>
    <p:extLst>
      <p:ext uri="{BB962C8B-B14F-4D97-AF65-F5344CB8AC3E}">
        <p14:creationId xmlns:p14="http://schemas.microsoft.com/office/powerpoint/2010/main" val="74869945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4656E4-EAB2-A6A2-793A-A5D18A59D26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69E62CE-83F0-ADDF-5CD2-9E467A54440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CCF2ACB-1FE1-1204-A200-F37FB776C856}"/>
              </a:ext>
            </a:extLst>
          </p:cNvPr>
          <p:cNvSpPr>
            <a:spLocks noGrp="1"/>
          </p:cNvSpPr>
          <p:nvPr>
            <p:ph type="body" idx="1"/>
          </p:nvPr>
        </p:nvSpPr>
        <p:spPr/>
        <p:txBody>
          <a:bodyPr/>
          <a:lstStyle/>
          <a:p>
            <a:pPr algn="l"/>
            <a:endParaRPr lang="en-US" sz="1600" dirty="0"/>
          </a:p>
        </p:txBody>
      </p:sp>
      <p:sp>
        <p:nvSpPr>
          <p:cNvPr id="4" name="Slide Number Placeholder 3">
            <a:extLst>
              <a:ext uri="{FF2B5EF4-FFF2-40B4-BE49-F238E27FC236}">
                <a16:creationId xmlns:a16="http://schemas.microsoft.com/office/drawing/2014/main" id="{9B18D779-B9F8-5DF3-27F4-2AD02E4E853B}"/>
              </a:ext>
            </a:extLst>
          </p:cNvPr>
          <p:cNvSpPr>
            <a:spLocks noGrp="1"/>
          </p:cNvSpPr>
          <p:nvPr>
            <p:ph type="sldNum" sz="quarter" idx="5"/>
          </p:nvPr>
        </p:nvSpPr>
        <p:spPr/>
        <p:txBody>
          <a:bodyPr/>
          <a:lstStyle/>
          <a:p>
            <a:fld id="{E27E38AF-BC93-4612-8619-54F4BB1E39A6}" type="slidenum">
              <a:rPr lang="en-PH" smtClean="0"/>
              <a:t>28</a:t>
            </a:fld>
            <a:endParaRPr lang="en-PH"/>
          </a:p>
        </p:txBody>
      </p:sp>
    </p:spTree>
    <p:extLst>
      <p:ext uri="{BB962C8B-B14F-4D97-AF65-F5344CB8AC3E}">
        <p14:creationId xmlns:p14="http://schemas.microsoft.com/office/powerpoint/2010/main" val="355898966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00D81C3-E2DA-4793-BDA0-1375955C19F0}" type="datetime1">
              <a:rPr lang="en-US" smtClean="0"/>
              <a:t>8/28/2025</a:t>
            </a:fld>
            <a:endParaRPr lang="en-US"/>
          </a:p>
        </p:txBody>
      </p:sp>
      <p:sp>
        <p:nvSpPr>
          <p:cNvPr id="6" name="Slide Number Placeholder 5"/>
          <p:cNvSpPr>
            <a:spLocks noGrp="1"/>
          </p:cNvSpPr>
          <p:nvPr>
            <p:ph type="sldNum" sz="quarter" idx="4"/>
          </p:nvPr>
        </p:nvSpPr>
        <p:spPr>
          <a:xfrm>
            <a:off x="15925800" y="973879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
        <p:nvSpPr>
          <p:cNvPr id="7" name="Footer Placeholder 7">
            <a:extLst>
              <a:ext uri="{FF2B5EF4-FFF2-40B4-BE49-F238E27FC236}">
                <a16:creationId xmlns:a16="http://schemas.microsoft.com/office/drawing/2014/main" id="{466280C9-FBB2-A5C5-B32E-B1F32E20A7CA}"/>
              </a:ext>
            </a:extLst>
          </p:cNvPr>
          <p:cNvSpPr txBox="1">
            <a:spLocks/>
          </p:cNvSpPr>
          <p:nvPr userDrawn="1"/>
        </p:nvSpPr>
        <p:spPr>
          <a:xfrm>
            <a:off x="76200" y="9799686"/>
            <a:ext cx="6248400" cy="365124"/>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t>ELEC 4 – Elective 4 (Special Topics on Web and Mobile 2)</a:t>
            </a:r>
          </a:p>
        </p:txBody>
      </p:sp>
    </p:spTree>
  </p:cSld>
  <p:clrMap bg1="lt1" tx1="dk1" bg2="lt2" tx2="dk2" accent1="accent1" accent2="accent2" accent3="accent3" accent4="accent4" accent5="accent5" accent6="accent6" hlink="hlink" folHlink="folHlink"/>
  <p:sldLayoutIdLst>
    <p:sldLayoutId id="2147483655" r:id="rId1"/>
  </p:sldLayoutIdLst>
  <p:hf sldNum="0" hd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sv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sv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sv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svg"/><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svg"/><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svg"/><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svg"/><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svg"/><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svg"/><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svg"/><Relationship Id="rId4" Type="http://schemas.openxmlformats.org/officeDocument/2006/relationships/image" Target="../media/image2.png"/></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svg"/><Relationship Id="rId4" Type="http://schemas.openxmlformats.org/officeDocument/2006/relationships/image" Target="../media/image2.png"/></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svg"/><Relationship Id="rId4" Type="http://schemas.openxmlformats.org/officeDocument/2006/relationships/image" Target="../media/image2.png"/></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svg"/><Relationship Id="rId4" Type="http://schemas.openxmlformats.org/officeDocument/2006/relationships/image" Target="../media/image2.png"/></Relationships>
</file>

<file path=ppt/slides/_rels/slide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4.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svg"/><Relationship Id="rId4" Type="http://schemas.openxmlformats.org/officeDocument/2006/relationships/image" Target="../media/image2.png"/></Relationships>
</file>

<file path=ppt/slides/_rels/slide1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5.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svg"/><Relationship Id="rId4" Type="http://schemas.openxmlformats.org/officeDocument/2006/relationships/image" Target="../media/image2.png"/></Relationships>
</file>

<file path=ppt/slides/_rels/slide1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6.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svg"/><Relationship Id="rId4" Type="http://schemas.openxmlformats.org/officeDocument/2006/relationships/image" Target="../media/image2.png"/></Relationships>
</file>

<file path=ppt/slides/_rels/slide1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7.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svg"/><Relationship Id="rId4" Type="http://schemas.openxmlformats.org/officeDocument/2006/relationships/image" Target="../media/image2.png"/></Relationships>
</file>

<file path=ppt/slides/_rels/slide1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8.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svg"/><Relationship Id="rId4" Type="http://schemas.openxmlformats.org/officeDocument/2006/relationships/image" Target="../media/image2.png"/></Relationships>
</file>

<file path=ppt/slides/_rels/slide1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9.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3.svg"/><Relationship Id="rId4" Type="http://schemas.openxmlformats.org/officeDocument/2006/relationships/image" Target="../media/image2.png"/></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20.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svg"/><Relationship Id="rId4" Type="http://schemas.openxmlformats.org/officeDocument/2006/relationships/image" Target="../media/image2.png"/></Relationships>
</file>

<file path=ppt/slides/_rels/slide2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1.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svg"/><Relationship Id="rId4" Type="http://schemas.openxmlformats.org/officeDocument/2006/relationships/image" Target="../media/image2.png"/></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22.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svg"/><Relationship Id="rId4" Type="http://schemas.openxmlformats.org/officeDocument/2006/relationships/image" Target="../media/image2.png"/></Relationships>
</file>

<file path=ppt/slides/_rels/slide2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3.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svg"/><Relationship Id="rId4" Type="http://schemas.openxmlformats.org/officeDocument/2006/relationships/image" Target="../media/image2.png"/></Relationships>
</file>

<file path=ppt/slides/_rels/slide2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4.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svg"/><Relationship Id="rId4" Type="http://schemas.openxmlformats.org/officeDocument/2006/relationships/image" Target="../media/image2.png"/></Relationships>
</file>

<file path=ppt/slides/_rels/slide2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5.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svg"/><Relationship Id="rId4" Type="http://schemas.openxmlformats.org/officeDocument/2006/relationships/image" Target="../media/image2.png"/></Relationships>
</file>

<file path=ppt/slides/_rels/slide2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6.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svg"/><Relationship Id="rId4" Type="http://schemas.openxmlformats.org/officeDocument/2006/relationships/image" Target="../media/image2.png"/></Relationships>
</file>

<file path=ppt/slides/_rels/slide2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7.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svg"/><Relationship Id="rId4" Type="http://schemas.openxmlformats.org/officeDocument/2006/relationships/image" Target="../media/image2.png"/></Relationships>
</file>

<file path=ppt/slides/_rels/slide2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8.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3.svg"/><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3" name="Picture 42" descr="A blue and orange square&#10;&#10;Description automatically generated">
            <a:extLst>
              <a:ext uri="{FF2B5EF4-FFF2-40B4-BE49-F238E27FC236}">
                <a16:creationId xmlns:a16="http://schemas.microsoft.com/office/drawing/2014/main" id="{70D90189-04C8-86AF-B9A8-6A8CA9F302D2}"/>
              </a:ext>
            </a:extLst>
          </p:cNvPr>
          <p:cNvPicPr>
            <a:picLocks noChangeAspect="1"/>
          </p:cNvPicPr>
          <p:nvPr/>
        </p:nvPicPr>
        <p:blipFill rotWithShape="1">
          <a:blip r:embed="rId3">
            <a:alphaModFix amt="50000"/>
            <a:extLst>
              <a:ext uri="{28A0092B-C50C-407E-A947-70E740481C1C}">
                <a14:useLocalDpi xmlns:a14="http://schemas.microsoft.com/office/drawing/2010/main" val="0"/>
              </a:ext>
            </a:extLst>
          </a:blip>
          <a:srcRect l="10264" r="12208"/>
          <a:stretch/>
        </p:blipFill>
        <p:spPr>
          <a:xfrm>
            <a:off x="0" y="3062493"/>
            <a:ext cx="18287999" cy="4408536"/>
          </a:xfrm>
          <a:prstGeom prst="rect">
            <a:avLst/>
          </a:prstGeom>
        </p:spPr>
      </p:pic>
      <p:sp>
        <p:nvSpPr>
          <p:cNvPr id="20" name="Freeform 20"/>
          <p:cNvSpPr/>
          <p:nvPr/>
        </p:nvSpPr>
        <p:spPr>
          <a:xfrm>
            <a:off x="16022831" y="9062992"/>
            <a:ext cx="2228298" cy="1222779"/>
          </a:xfrm>
          <a:custGeom>
            <a:avLst/>
            <a:gdLst/>
            <a:ahLst/>
            <a:cxnLst/>
            <a:rect l="l" t="t" r="r" b="b"/>
            <a:pathLst>
              <a:path w="2228298" h="1222779">
                <a:moveTo>
                  <a:pt x="0" y="0"/>
                </a:moveTo>
                <a:lnTo>
                  <a:pt x="2228298" y="0"/>
                </a:lnTo>
                <a:lnTo>
                  <a:pt x="2228298" y="1222779"/>
                </a:lnTo>
                <a:lnTo>
                  <a:pt x="0" y="122277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PH"/>
          </a:p>
        </p:txBody>
      </p:sp>
      <p:sp>
        <p:nvSpPr>
          <p:cNvPr id="28" name="TextBox 28"/>
          <p:cNvSpPr txBox="1"/>
          <p:nvPr/>
        </p:nvSpPr>
        <p:spPr>
          <a:xfrm>
            <a:off x="1138730" y="3587144"/>
            <a:ext cx="15998250" cy="1458413"/>
          </a:xfrm>
          <a:prstGeom prst="rect">
            <a:avLst/>
          </a:prstGeom>
        </p:spPr>
        <p:txBody>
          <a:bodyPr wrap="square" lIns="0" tIns="0" rIns="0" bIns="0" rtlCol="0" anchor="t">
            <a:spAutoFit/>
          </a:bodyPr>
          <a:lstStyle/>
          <a:p>
            <a:pPr algn="l">
              <a:lnSpc>
                <a:spcPts val="12857"/>
              </a:lnSpc>
            </a:pPr>
            <a:r>
              <a:rPr lang="en-US" sz="6600" spc="-360" dirty="0">
                <a:ln>
                  <a:solidFill>
                    <a:sysClr val="windowText" lastClr="000000"/>
                  </a:solidFill>
                </a:ln>
                <a:solidFill>
                  <a:schemeClr val="bg1"/>
                </a:solidFill>
                <a:latin typeface="Consolas" panose="020B0609020204030204" pitchFamily="49" charset="0"/>
              </a:rPr>
              <a:t>Chapter 2: Basic Elements of Python 1</a:t>
            </a:r>
          </a:p>
        </p:txBody>
      </p:sp>
      <p:grpSp>
        <p:nvGrpSpPr>
          <p:cNvPr id="34" name="Group 13">
            <a:extLst>
              <a:ext uri="{FF2B5EF4-FFF2-40B4-BE49-F238E27FC236}">
                <a16:creationId xmlns:a16="http://schemas.microsoft.com/office/drawing/2014/main" id="{03BEDA6F-F03E-338A-E884-B57BB6E88A2C}"/>
              </a:ext>
            </a:extLst>
          </p:cNvPr>
          <p:cNvGrpSpPr/>
          <p:nvPr/>
        </p:nvGrpSpPr>
        <p:grpSpPr>
          <a:xfrm>
            <a:off x="152400" y="211586"/>
            <a:ext cx="6840467" cy="1321138"/>
            <a:chOff x="0" y="0"/>
            <a:chExt cx="15396444" cy="3066458"/>
          </a:xfrm>
        </p:grpSpPr>
        <p:sp>
          <p:nvSpPr>
            <p:cNvPr id="35" name="Freeform 14">
              <a:extLst>
                <a:ext uri="{FF2B5EF4-FFF2-40B4-BE49-F238E27FC236}">
                  <a16:creationId xmlns:a16="http://schemas.microsoft.com/office/drawing/2014/main" id="{774B46A4-1A07-1B6E-041F-F6905CFA41E7}"/>
                </a:ext>
              </a:extLst>
            </p:cNvPr>
            <p:cNvSpPr/>
            <p:nvPr/>
          </p:nvSpPr>
          <p:spPr>
            <a:xfrm>
              <a:off x="0" y="0"/>
              <a:ext cx="15396444" cy="3066458"/>
            </a:xfrm>
            <a:custGeom>
              <a:avLst/>
              <a:gdLst/>
              <a:ahLst/>
              <a:cxnLst/>
              <a:rect l="l" t="t" r="r" b="b"/>
              <a:pathLst>
                <a:path w="15396444" h="3066458">
                  <a:moveTo>
                    <a:pt x="0" y="0"/>
                  </a:moveTo>
                  <a:lnTo>
                    <a:pt x="15396444" y="0"/>
                  </a:lnTo>
                  <a:lnTo>
                    <a:pt x="15396444" y="3066458"/>
                  </a:lnTo>
                  <a:lnTo>
                    <a:pt x="0" y="3066458"/>
                  </a:lnTo>
                  <a:lnTo>
                    <a:pt x="0" y="0"/>
                  </a:lnTo>
                  <a:close/>
                </a:path>
              </a:pathLst>
            </a:custGeom>
            <a:blipFill>
              <a:blip r:embed="rId6"/>
              <a:stretch>
                <a:fillRect/>
              </a:stretch>
            </a:blipFill>
          </p:spPr>
          <p:txBody>
            <a:bodyPr/>
            <a:lstStyle/>
            <a:p>
              <a:endParaRPr lang="en-PH"/>
            </a:p>
          </p:txBody>
        </p:sp>
        <p:sp>
          <p:nvSpPr>
            <p:cNvPr id="36" name="Freeform 15">
              <a:extLst>
                <a:ext uri="{FF2B5EF4-FFF2-40B4-BE49-F238E27FC236}">
                  <a16:creationId xmlns:a16="http://schemas.microsoft.com/office/drawing/2014/main" id="{E1DF7690-B553-61D6-9179-CCFD49C98B9E}"/>
                </a:ext>
              </a:extLst>
            </p:cNvPr>
            <p:cNvSpPr/>
            <p:nvPr/>
          </p:nvSpPr>
          <p:spPr>
            <a:xfrm>
              <a:off x="0" y="0"/>
              <a:ext cx="15396444" cy="3066458"/>
            </a:xfrm>
            <a:custGeom>
              <a:avLst/>
              <a:gdLst/>
              <a:ahLst/>
              <a:cxnLst/>
              <a:rect l="l" t="t" r="r" b="b"/>
              <a:pathLst>
                <a:path w="15396444" h="3066458">
                  <a:moveTo>
                    <a:pt x="0" y="0"/>
                  </a:moveTo>
                  <a:lnTo>
                    <a:pt x="15396444" y="0"/>
                  </a:lnTo>
                  <a:lnTo>
                    <a:pt x="15396444" y="3066458"/>
                  </a:lnTo>
                  <a:lnTo>
                    <a:pt x="0" y="3066458"/>
                  </a:lnTo>
                  <a:lnTo>
                    <a:pt x="0" y="0"/>
                  </a:lnTo>
                  <a:close/>
                </a:path>
              </a:pathLst>
            </a:custGeom>
            <a:blipFill>
              <a:blip r:embed="rId6"/>
              <a:stretch>
                <a:fillRect/>
              </a:stretch>
            </a:blipFill>
          </p:spPr>
          <p:txBody>
            <a:bodyPr/>
            <a:lstStyle/>
            <a:p>
              <a:endParaRPr lang="en-PH"/>
            </a:p>
          </p:txBody>
        </p:sp>
        <p:sp>
          <p:nvSpPr>
            <p:cNvPr id="37" name="Freeform 16">
              <a:extLst>
                <a:ext uri="{FF2B5EF4-FFF2-40B4-BE49-F238E27FC236}">
                  <a16:creationId xmlns:a16="http://schemas.microsoft.com/office/drawing/2014/main" id="{7D4F7B43-6DF2-1438-AF14-A92B65A0B7BC}"/>
                </a:ext>
              </a:extLst>
            </p:cNvPr>
            <p:cNvSpPr/>
            <p:nvPr/>
          </p:nvSpPr>
          <p:spPr>
            <a:xfrm>
              <a:off x="0" y="0"/>
              <a:ext cx="15396444" cy="3066458"/>
            </a:xfrm>
            <a:custGeom>
              <a:avLst/>
              <a:gdLst/>
              <a:ahLst/>
              <a:cxnLst/>
              <a:rect l="l" t="t" r="r" b="b"/>
              <a:pathLst>
                <a:path w="15396444" h="3066458">
                  <a:moveTo>
                    <a:pt x="0" y="0"/>
                  </a:moveTo>
                  <a:lnTo>
                    <a:pt x="15396444" y="0"/>
                  </a:lnTo>
                  <a:lnTo>
                    <a:pt x="15396444" y="3066458"/>
                  </a:lnTo>
                  <a:lnTo>
                    <a:pt x="0" y="3066458"/>
                  </a:lnTo>
                  <a:lnTo>
                    <a:pt x="0" y="0"/>
                  </a:lnTo>
                  <a:close/>
                </a:path>
              </a:pathLst>
            </a:custGeom>
            <a:blipFill>
              <a:blip r:embed="rId6"/>
              <a:stretch>
                <a:fillRect/>
              </a:stretch>
            </a:blipFill>
          </p:spPr>
          <p:txBody>
            <a:bodyPr/>
            <a:lstStyle/>
            <a:p>
              <a:endParaRPr lang="en-PH"/>
            </a:p>
          </p:txBody>
        </p:sp>
        <p:sp>
          <p:nvSpPr>
            <p:cNvPr id="38" name="Freeform 17">
              <a:extLst>
                <a:ext uri="{FF2B5EF4-FFF2-40B4-BE49-F238E27FC236}">
                  <a16:creationId xmlns:a16="http://schemas.microsoft.com/office/drawing/2014/main" id="{737FF48A-1343-407F-1EA2-017E5834A286}"/>
                </a:ext>
              </a:extLst>
            </p:cNvPr>
            <p:cNvSpPr/>
            <p:nvPr/>
          </p:nvSpPr>
          <p:spPr>
            <a:xfrm>
              <a:off x="0" y="0"/>
              <a:ext cx="15396444" cy="3066458"/>
            </a:xfrm>
            <a:custGeom>
              <a:avLst/>
              <a:gdLst/>
              <a:ahLst/>
              <a:cxnLst/>
              <a:rect l="l" t="t" r="r" b="b"/>
              <a:pathLst>
                <a:path w="15396444" h="3066458">
                  <a:moveTo>
                    <a:pt x="0" y="0"/>
                  </a:moveTo>
                  <a:lnTo>
                    <a:pt x="15396444" y="0"/>
                  </a:lnTo>
                  <a:lnTo>
                    <a:pt x="15396444" y="3066458"/>
                  </a:lnTo>
                  <a:lnTo>
                    <a:pt x="0" y="3066458"/>
                  </a:lnTo>
                  <a:lnTo>
                    <a:pt x="0" y="0"/>
                  </a:lnTo>
                  <a:close/>
                </a:path>
              </a:pathLst>
            </a:custGeom>
            <a:blipFill>
              <a:blip r:embed="rId6"/>
              <a:stretch>
                <a:fillRect/>
              </a:stretch>
            </a:blipFill>
          </p:spPr>
          <p:txBody>
            <a:bodyPr/>
            <a:lstStyle/>
            <a:p>
              <a:endParaRPr lang="en-PH"/>
            </a:p>
          </p:txBody>
        </p:sp>
        <p:sp>
          <p:nvSpPr>
            <p:cNvPr id="39" name="Freeform 18">
              <a:extLst>
                <a:ext uri="{FF2B5EF4-FFF2-40B4-BE49-F238E27FC236}">
                  <a16:creationId xmlns:a16="http://schemas.microsoft.com/office/drawing/2014/main" id="{5844878D-4F08-5CB8-2978-838AA8A84A59}"/>
                </a:ext>
              </a:extLst>
            </p:cNvPr>
            <p:cNvSpPr/>
            <p:nvPr/>
          </p:nvSpPr>
          <p:spPr>
            <a:xfrm>
              <a:off x="0" y="0"/>
              <a:ext cx="15396444" cy="3066458"/>
            </a:xfrm>
            <a:custGeom>
              <a:avLst/>
              <a:gdLst/>
              <a:ahLst/>
              <a:cxnLst/>
              <a:rect l="l" t="t" r="r" b="b"/>
              <a:pathLst>
                <a:path w="15396444" h="3066458">
                  <a:moveTo>
                    <a:pt x="0" y="0"/>
                  </a:moveTo>
                  <a:lnTo>
                    <a:pt x="15396444" y="0"/>
                  </a:lnTo>
                  <a:lnTo>
                    <a:pt x="15396444" y="3066458"/>
                  </a:lnTo>
                  <a:lnTo>
                    <a:pt x="0" y="3066458"/>
                  </a:lnTo>
                  <a:lnTo>
                    <a:pt x="0" y="0"/>
                  </a:lnTo>
                  <a:close/>
                </a:path>
              </a:pathLst>
            </a:custGeom>
            <a:blipFill>
              <a:blip r:embed="rId6"/>
              <a:stretch>
                <a:fillRect/>
              </a:stretch>
            </a:blipFill>
          </p:spPr>
          <p:txBody>
            <a:bodyPr/>
            <a:lstStyle/>
            <a:p>
              <a:endParaRPr lang="en-PH"/>
            </a:p>
          </p:txBody>
        </p:sp>
        <p:sp>
          <p:nvSpPr>
            <p:cNvPr id="40" name="Freeform 19">
              <a:extLst>
                <a:ext uri="{FF2B5EF4-FFF2-40B4-BE49-F238E27FC236}">
                  <a16:creationId xmlns:a16="http://schemas.microsoft.com/office/drawing/2014/main" id="{6B102466-B83F-E478-304D-B9605AC9EA8F}"/>
                </a:ext>
              </a:extLst>
            </p:cNvPr>
            <p:cNvSpPr/>
            <p:nvPr/>
          </p:nvSpPr>
          <p:spPr>
            <a:xfrm>
              <a:off x="0" y="0"/>
              <a:ext cx="15396444" cy="3066458"/>
            </a:xfrm>
            <a:custGeom>
              <a:avLst/>
              <a:gdLst/>
              <a:ahLst/>
              <a:cxnLst/>
              <a:rect l="l" t="t" r="r" b="b"/>
              <a:pathLst>
                <a:path w="15396444" h="3066458">
                  <a:moveTo>
                    <a:pt x="0" y="0"/>
                  </a:moveTo>
                  <a:lnTo>
                    <a:pt x="15396444" y="0"/>
                  </a:lnTo>
                  <a:lnTo>
                    <a:pt x="15396444" y="3066458"/>
                  </a:lnTo>
                  <a:lnTo>
                    <a:pt x="0" y="3066458"/>
                  </a:lnTo>
                  <a:lnTo>
                    <a:pt x="0" y="0"/>
                  </a:lnTo>
                  <a:close/>
                </a:path>
              </a:pathLst>
            </a:custGeom>
            <a:blipFill>
              <a:blip r:embed="rId6"/>
              <a:stretch>
                <a:fillRect/>
              </a:stretch>
            </a:blipFill>
          </p:spPr>
          <p:txBody>
            <a:bodyPr/>
            <a:lstStyle/>
            <a:p>
              <a:endParaRPr lang="en-PH"/>
            </a:p>
          </p:txBody>
        </p:sp>
      </p:grpSp>
      <p:grpSp>
        <p:nvGrpSpPr>
          <p:cNvPr id="2" name="Group 2"/>
          <p:cNvGrpSpPr/>
          <p:nvPr/>
        </p:nvGrpSpPr>
        <p:grpSpPr>
          <a:xfrm>
            <a:off x="14554200" y="6438900"/>
            <a:ext cx="3886200" cy="3848100"/>
            <a:chOff x="0" y="0"/>
            <a:chExt cx="10022021" cy="9446043"/>
          </a:xfrm>
        </p:grpSpPr>
        <p:sp>
          <p:nvSpPr>
            <p:cNvPr id="3" name="Freeform 3"/>
            <p:cNvSpPr/>
            <p:nvPr/>
          </p:nvSpPr>
          <p:spPr>
            <a:xfrm>
              <a:off x="0" y="0"/>
              <a:ext cx="10022021" cy="9446043"/>
            </a:xfrm>
            <a:custGeom>
              <a:avLst/>
              <a:gdLst/>
              <a:ahLst/>
              <a:cxnLst/>
              <a:rect l="l" t="t" r="r" b="b"/>
              <a:pathLst>
                <a:path w="10022021" h="9446043">
                  <a:moveTo>
                    <a:pt x="0" y="0"/>
                  </a:moveTo>
                  <a:lnTo>
                    <a:pt x="10022021" y="0"/>
                  </a:lnTo>
                  <a:lnTo>
                    <a:pt x="10022021" y="9446043"/>
                  </a:lnTo>
                  <a:lnTo>
                    <a:pt x="0" y="9446043"/>
                  </a:lnTo>
                  <a:lnTo>
                    <a:pt x="0" y="0"/>
                  </a:lnTo>
                  <a:close/>
                </a:path>
              </a:pathLst>
            </a:custGeom>
            <a:blipFill>
              <a:blip r:embed="rId7">
                <a:alphaModFix amt="50000"/>
              </a:blip>
              <a:stretch>
                <a:fillRect/>
              </a:stretch>
            </a:blipFill>
          </p:spPr>
          <p:txBody>
            <a:bodyPr/>
            <a:lstStyle/>
            <a:p>
              <a:endParaRPr lang="en-PH"/>
            </a:p>
          </p:txBody>
        </p:sp>
        <p:sp>
          <p:nvSpPr>
            <p:cNvPr id="4" name="Freeform 4"/>
            <p:cNvSpPr/>
            <p:nvPr/>
          </p:nvSpPr>
          <p:spPr>
            <a:xfrm>
              <a:off x="0" y="0"/>
              <a:ext cx="10022021" cy="9446043"/>
            </a:xfrm>
            <a:custGeom>
              <a:avLst/>
              <a:gdLst/>
              <a:ahLst/>
              <a:cxnLst/>
              <a:rect l="l" t="t" r="r" b="b"/>
              <a:pathLst>
                <a:path w="10022021" h="9446043">
                  <a:moveTo>
                    <a:pt x="0" y="0"/>
                  </a:moveTo>
                  <a:lnTo>
                    <a:pt x="10022021" y="0"/>
                  </a:lnTo>
                  <a:lnTo>
                    <a:pt x="10022021" y="9446043"/>
                  </a:lnTo>
                  <a:lnTo>
                    <a:pt x="0" y="9446043"/>
                  </a:lnTo>
                  <a:lnTo>
                    <a:pt x="0" y="0"/>
                  </a:lnTo>
                  <a:close/>
                </a:path>
              </a:pathLst>
            </a:custGeom>
            <a:blipFill>
              <a:blip r:embed="rId7">
                <a:alphaModFix amt="50000"/>
              </a:blip>
              <a:stretch>
                <a:fillRect/>
              </a:stretch>
            </a:blipFill>
          </p:spPr>
          <p:txBody>
            <a:bodyPr/>
            <a:lstStyle/>
            <a:p>
              <a:endParaRPr lang="en-PH"/>
            </a:p>
          </p:txBody>
        </p:sp>
        <p:sp>
          <p:nvSpPr>
            <p:cNvPr id="5" name="Freeform 5"/>
            <p:cNvSpPr/>
            <p:nvPr/>
          </p:nvSpPr>
          <p:spPr>
            <a:xfrm>
              <a:off x="0" y="0"/>
              <a:ext cx="10022021" cy="9446043"/>
            </a:xfrm>
            <a:custGeom>
              <a:avLst/>
              <a:gdLst/>
              <a:ahLst/>
              <a:cxnLst/>
              <a:rect l="l" t="t" r="r" b="b"/>
              <a:pathLst>
                <a:path w="10022021" h="9446043">
                  <a:moveTo>
                    <a:pt x="0" y="0"/>
                  </a:moveTo>
                  <a:lnTo>
                    <a:pt x="10022021" y="0"/>
                  </a:lnTo>
                  <a:lnTo>
                    <a:pt x="10022021" y="9446043"/>
                  </a:lnTo>
                  <a:lnTo>
                    <a:pt x="0" y="9446043"/>
                  </a:lnTo>
                  <a:lnTo>
                    <a:pt x="0" y="0"/>
                  </a:lnTo>
                  <a:close/>
                </a:path>
              </a:pathLst>
            </a:custGeom>
            <a:blipFill>
              <a:blip r:embed="rId7">
                <a:alphaModFix amt="50000"/>
              </a:blip>
              <a:stretch>
                <a:fillRect/>
              </a:stretch>
            </a:blipFill>
          </p:spPr>
          <p:txBody>
            <a:bodyPr/>
            <a:lstStyle/>
            <a:p>
              <a:endParaRPr lang="en-PH"/>
            </a:p>
          </p:txBody>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414435-D177-78B9-9BE8-3B8FA559D9BB}"/>
            </a:ext>
          </a:extLst>
        </p:cNvPr>
        <p:cNvGrpSpPr/>
        <p:nvPr/>
      </p:nvGrpSpPr>
      <p:grpSpPr>
        <a:xfrm>
          <a:off x="0" y="0"/>
          <a:ext cx="0" cy="0"/>
          <a:chOff x="0" y="0"/>
          <a:chExt cx="0" cy="0"/>
        </a:xfrm>
      </p:grpSpPr>
      <p:pic>
        <p:nvPicPr>
          <p:cNvPr id="43" name="Picture 42" descr="A blue and orange square&#10;&#10;Description automatically generated">
            <a:extLst>
              <a:ext uri="{FF2B5EF4-FFF2-40B4-BE49-F238E27FC236}">
                <a16:creationId xmlns:a16="http://schemas.microsoft.com/office/drawing/2014/main" id="{B237DD15-B105-2EED-E820-CF4CE8A1DCC5}"/>
              </a:ext>
            </a:extLst>
          </p:cNvPr>
          <p:cNvPicPr>
            <a:picLocks noChangeAspect="1"/>
          </p:cNvPicPr>
          <p:nvPr/>
        </p:nvPicPr>
        <p:blipFill rotWithShape="1">
          <a:blip r:embed="rId3">
            <a:alphaModFix amt="50000"/>
            <a:extLst>
              <a:ext uri="{28A0092B-C50C-407E-A947-70E740481C1C}">
                <a14:useLocalDpi xmlns:a14="http://schemas.microsoft.com/office/drawing/2010/main" val="0"/>
              </a:ext>
            </a:extLst>
          </a:blip>
          <a:srcRect l="10264" r="12208"/>
          <a:stretch/>
        </p:blipFill>
        <p:spPr>
          <a:xfrm>
            <a:off x="1" y="2939231"/>
            <a:ext cx="18287999" cy="4408536"/>
          </a:xfrm>
          <a:prstGeom prst="rect">
            <a:avLst/>
          </a:prstGeom>
        </p:spPr>
      </p:pic>
      <p:sp>
        <p:nvSpPr>
          <p:cNvPr id="20" name="Freeform 20">
            <a:extLst>
              <a:ext uri="{FF2B5EF4-FFF2-40B4-BE49-F238E27FC236}">
                <a16:creationId xmlns:a16="http://schemas.microsoft.com/office/drawing/2014/main" id="{F9D633F9-31E0-2989-6C67-876DD19757AC}"/>
              </a:ext>
            </a:extLst>
          </p:cNvPr>
          <p:cNvSpPr/>
          <p:nvPr/>
        </p:nvSpPr>
        <p:spPr>
          <a:xfrm>
            <a:off x="16022831" y="9062992"/>
            <a:ext cx="2228298" cy="1222779"/>
          </a:xfrm>
          <a:custGeom>
            <a:avLst/>
            <a:gdLst/>
            <a:ahLst/>
            <a:cxnLst/>
            <a:rect l="l" t="t" r="r" b="b"/>
            <a:pathLst>
              <a:path w="2228298" h="1222779">
                <a:moveTo>
                  <a:pt x="0" y="0"/>
                </a:moveTo>
                <a:lnTo>
                  <a:pt x="2228298" y="0"/>
                </a:lnTo>
                <a:lnTo>
                  <a:pt x="2228298" y="1222779"/>
                </a:lnTo>
                <a:lnTo>
                  <a:pt x="0" y="122277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PH"/>
          </a:p>
        </p:txBody>
      </p:sp>
      <p:sp>
        <p:nvSpPr>
          <p:cNvPr id="28" name="TextBox 28">
            <a:extLst>
              <a:ext uri="{FF2B5EF4-FFF2-40B4-BE49-F238E27FC236}">
                <a16:creationId xmlns:a16="http://schemas.microsoft.com/office/drawing/2014/main" id="{0A39BE59-E820-F9EC-608A-DAD70FCAA98D}"/>
              </a:ext>
            </a:extLst>
          </p:cNvPr>
          <p:cNvSpPr txBox="1"/>
          <p:nvPr/>
        </p:nvSpPr>
        <p:spPr>
          <a:xfrm>
            <a:off x="1144875" y="4404386"/>
            <a:ext cx="15998250" cy="1478225"/>
          </a:xfrm>
          <a:prstGeom prst="rect">
            <a:avLst/>
          </a:prstGeom>
        </p:spPr>
        <p:txBody>
          <a:bodyPr wrap="square" lIns="0" tIns="0" rIns="0" bIns="0" rtlCol="0" anchor="t">
            <a:spAutoFit/>
          </a:bodyPr>
          <a:lstStyle/>
          <a:p>
            <a:pPr algn="l">
              <a:lnSpc>
                <a:spcPts val="12857"/>
              </a:lnSpc>
            </a:pPr>
            <a:r>
              <a:rPr lang="en-US" sz="7200" spc="-360" dirty="0">
                <a:ln>
                  <a:solidFill>
                    <a:sysClr val="windowText" lastClr="000000"/>
                  </a:solidFill>
                </a:ln>
                <a:solidFill>
                  <a:schemeClr val="bg1"/>
                </a:solidFill>
                <a:latin typeface="Consolas" panose="020B0609020204030204" pitchFamily="49" charset="0"/>
              </a:rPr>
              <a:t>Lesson 2.1: How to write a program</a:t>
            </a:r>
          </a:p>
        </p:txBody>
      </p:sp>
      <p:grpSp>
        <p:nvGrpSpPr>
          <p:cNvPr id="34" name="Group 13">
            <a:extLst>
              <a:ext uri="{FF2B5EF4-FFF2-40B4-BE49-F238E27FC236}">
                <a16:creationId xmlns:a16="http://schemas.microsoft.com/office/drawing/2014/main" id="{3FEEF142-5253-A561-E99C-768FEC77C1B4}"/>
              </a:ext>
            </a:extLst>
          </p:cNvPr>
          <p:cNvGrpSpPr/>
          <p:nvPr/>
        </p:nvGrpSpPr>
        <p:grpSpPr>
          <a:xfrm>
            <a:off x="152400" y="211586"/>
            <a:ext cx="6840467" cy="1321138"/>
            <a:chOff x="0" y="0"/>
            <a:chExt cx="15396444" cy="3066458"/>
          </a:xfrm>
        </p:grpSpPr>
        <p:sp>
          <p:nvSpPr>
            <p:cNvPr id="35" name="Freeform 14">
              <a:extLst>
                <a:ext uri="{FF2B5EF4-FFF2-40B4-BE49-F238E27FC236}">
                  <a16:creationId xmlns:a16="http://schemas.microsoft.com/office/drawing/2014/main" id="{65022A25-F969-AB81-EDB8-3FEA4CC493D3}"/>
                </a:ext>
              </a:extLst>
            </p:cNvPr>
            <p:cNvSpPr/>
            <p:nvPr/>
          </p:nvSpPr>
          <p:spPr>
            <a:xfrm>
              <a:off x="0" y="0"/>
              <a:ext cx="15396444" cy="3066458"/>
            </a:xfrm>
            <a:custGeom>
              <a:avLst/>
              <a:gdLst/>
              <a:ahLst/>
              <a:cxnLst/>
              <a:rect l="l" t="t" r="r" b="b"/>
              <a:pathLst>
                <a:path w="15396444" h="3066458">
                  <a:moveTo>
                    <a:pt x="0" y="0"/>
                  </a:moveTo>
                  <a:lnTo>
                    <a:pt x="15396444" y="0"/>
                  </a:lnTo>
                  <a:lnTo>
                    <a:pt x="15396444" y="3066458"/>
                  </a:lnTo>
                  <a:lnTo>
                    <a:pt x="0" y="3066458"/>
                  </a:lnTo>
                  <a:lnTo>
                    <a:pt x="0" y="0"/>
                  </a:lnTo>
                  <a:close/>
                </a:path>
              </a:pathLst>
            </a:custGeom>
            <a:blipFill>
              <a:blip r:embed="rId6"/>
              <a:stretch>
                <a:fillRect/>
              </a:stretch>
            </a:blipFill>
          </p:spPr>
          <p:txBody>
            <a:bodyPr/>
            <a:lstStyle/>
            <a:p>
              <a:endParaRPr lang="en-PH"/>
            </a:p>
          </p:txBody>
        </p:sp>
        <p:sp>
          <p:nvSpPr>
            <p:cNvPr id="36" name="Freeform 15">
              <a:extLst>
                <a:ext uri="{FF2B5EF4-FFF2-40B4-BE49-F238E27FC236}">
                  <a16:creationId xmlns:a16="http://schemas.microsoft.com/office/drawing/2014/main" id="{CE380B9F-90C5-069E-B4A9-EFB63317BFD0}"/>
                </a:ext>
              </a:extLst>
            </p:cNvPr>
            <p:cNvSpPr/>
            <p:nvPr/>
          </p:nvSpPr>
          <p:spPr>
            <a:xfrm>
              <a:off x="0" y="0"/>
              <a:ext cx="15396444" cy="3066458"/>
            </a:xfrm>
            <a:custGeom>
              <a:avLst/>
              <a:gdLst/>
              <a:ahLst/>
              <a:cxnLst/>
              <a:rect l="l" t="t" r="r" b="b"/>
              <a:pathLst>
                <a:path w="15396444" h="3066458">
                  <a:moveTo>
                    <a:pt x="0" y="0"/>
                  </a:moveTo>
                  <a:lnTo>
                    <a:pt x="15396444" y="0"/>
                  </a:lnTo>
                  <a:lnTo>
                    <a:pt x="15396444" y="3066458"/>
                  </a:lnTo>
                  <a:lnTo>
                    <a:pt x="0" y="3066458"/>
                  </a:lnTo>
                  <a:lnTo>
                    <a:pt x="0" y="0"/>
                  </a:lnTo>
                  <a:close/>
                </a:path>
              </a:pathLst>
            </a:custGeom>
            <a:blipFill>
              <a:blip r:embed="rId6"/>
              <a:stretch>
                <a:fillRect/>
              </a:stretch>
            </a:blipFill>
          </p:spPr>
          <p:txBody>
            <a:bodyPr/>
            <a:lstStyle/>
            <a:p>
              <a:endParaRPr lang="en-PH"/>
            </a:p>
          </p:txBody>
        </p:sp>
        <p:sp>
          <p:nvSpPr>
            <p:cNvPr id="37" name="Freeform 16">
              <a:extLst>
                <a:ext uri="{FF2B5EF4-FFF2-40B4-BE49-F238E27FC236}">
                  <a16:creationId xmlns:a16="http://schemas.microsoft.com/office/drawing/2014/main" id="{8D415E24-8984-99DF-D8B4-E7C067D7611C}"/>
                </a:ext>
              </a:extLst>
            </p:cNvPr>
            <p:cNvSpPr/>
            <p:nvPr/>
          </p:nvSpPr>
          <p:spPr>
            <a:xfrm>
              <a:off x="0" y="0"/>
              <a:ext cx="15396444" cy="3066458"/>
            </a:xfrm>
            <a:custGeom>
              <a:avLst/>
              <a:gdLst/>
              <a:ahLst/>
              <a:cxnLst/>
              <a:rect l="l" t="t" r="r" b="b"/>
              <a:pathLst>
                <a:path w="15396444" h="3066458">
                  <a:moveTo>
                    <a:pt x="0" y="0"/>
                  </a:moveTo>
                  <a:lnTo>
                    <a:pt x="15396444" y="0"/>
                  </a:lnTo>
                  <a:lnTo>
                    <a:pt x="15396444" y="3066458"/>
                  </a:lnTo>
                  <a:lnTo>
                    <a:pt x="0" y="3066458"/>
                  </a:lnTo>
                  <a:lnTo>
                    <a:pt x="0" y="0"/>
                  </a:lnTo>
                  <a:close/>
                </a:path>
              </a:pathLst>
            </a:custGeom>
            <a:blipFill>
              <a:blip r:embed="rId6"/>
              <a:stretch>
                <a:fillRect/>
              </a:stretch>
            </a:blipFill>
          </p:spPr>
          <p:txBody>
            <a:bodyPr/>
            <a:lstStyle/>
            <a:p>
              <a:endParaRPr lang="en-PH"/>
            </a:p>
          </p:txBody>
        </p:sp>
        <p:sp>
          <p:nvSpPr>
            <p:cNvPr id="38" name="Freeform 17">
              <a:extLst>
                <a:ext uri="{FF2B5EF4-FFF2-40B4-BE49-F238E27FC236}">
                  <a16:creationId xmlns:a16="http://schemas.microsoft.com/office/drawing/2014/main" id="{D7D9F8B0-3AF4-7E6B-D098-0CAD2C2822FE}"/>
                </a:ext>
              </a:extLst>
            </p:cNvPr>
            <p:cNvSpPr/>
            <p:nvPr/>
          </p:nvSpPr>
          <p:spPr>
            <a:xfrm>
              <a:off x="0" y="0"/>
              <a:ext cx="15396444" cy="3066458"/>
            </a:xfrm>
            <a:custGeom>
              <a:avLst/>
              <a:gdLst/>
              <a:ahLst/>
              <a:cxnLst/>
              <a:rect l="l" t="t" r="r" b="b"/>
              <a:pathLst>
                <a:path w="15396444" h="3066458">
                  <a:moveTo>
                    <a:pt x="0" y="0"/>
                  </a:moveTo>
                  <a:lnTo>
                    <a:pt x="15396444" y="0"/>
                  </a:lnTo>
                  <a:lnTo>
                    <a:pt x="15396444" y="3066458"/>
                  </a:lnTo>
                  <a:lnTo>
                    <a:pt x="0" y="3066458"/>
                  </a:lnTo>
                  <a:lnTo>
                    <a:pt x="0" y="0"/>
                  </a:lnTo>
                  <a:close/>
                </a:path>
              </a:pathLst>
            </a:custGeom>
            <a:blipFill>
              <a:blip r:embed="rId6"/>
              <a:stretch>
                <a:fillRect/>
              </a:stretch>
            </a:blipFill>
          </p:spPr>
          <p:txBody>
            <a:bodyPr/>
            <a:lstStyle/>
            <a:p>
              <a:endParaRPr lang="en-PH"/>
            </a:p>
          </p:txBody>
        </p:sp>
        <p:sp>
          <p:nvSpPr>
            <p:cNvPr id="39" name="Freeform 18">
              <a:extLst>
                <a:ext uri="{FF2B5EF4-FFF2-40B4-BE49-F238E27FC236}">
                  <a16:creationId xmlns:a16="http://schemas.microsoft.com/office/drawing/2014/main" id="{0C3CE10E-127A-6DB9-CD8E-805DD601D15C}"/>
                </a:ext>
              </a:extLst>
            </p:cNvPr>
            <p:cNvSpPr/>
            <p:nvPr/>
          </p:nvSpPr>
          <p:spPr>
            <a:xfrm>
              <a:off x="0" y="0"/>
              <a:ext cx="15396444" cy="3066458"/>
            </a:xfrm>
            <a:custGeom>
              <a:avLst/>
              <a:gdLst/>
              <a:ahLst/>
              <a:cxnLst/>
              <a:rect l="l" t="t" r="r" b="b"/>
              <a:pathLst>
                <a:path w="15396444" h="3066458">
                  <a:moveTo>
                    <a:pt x="0" y="0"/>
                  </a:moveTo>
                  <a:lnTo>
                    <a:pt x="15396444" y="0"/>
                  </a:lnTo>
                  <a:lnTo>
                    <a:pt x="15396444" y="3066458"/>
                  </a:lnTo>
                  <a:lnTo>
                    <a:pt x="0" y="3066458"/>
                  </a:lnTo>
                  <a:lnTo>
                    <a:pt x="0" y="0"/>
                  </a:lnTo>
                  <a:close/>
                </a:path>
              </a:pathLst>
            </a:custGeom>
            <a:blipFill>
              <a:blip r:embed="rId6"/>
              <a:stretch>
                <a:fillRect/>
              </a:stretch>
            </a:blipFill>
          </p:spPr>
          <p:txBody>
            <a:bodyPr/>
            <a:lstStyle/>
            <a:p>
              <a:endParaRPr lang="en-PH"/>
            </a:p>
          </p:txBody>
        </p:sp>
        <p:sp>
          <p:nvSpPr>
            <p:cNvPr id="40" name="Freeform 19">
              <a:extLst>
                <a:ext uri="{FF2B5EF4-FFF2-40B4-BE49-F238E27FC236}">
                  <a16:creationId xmlns:a16="http://schemas.microsoft.com/office/drawing/2014/main" id="{374E9D94-03CB-432B-615B-4F12019F8D36}"/>
                </a:ext>
              </a:extLst>
            </p:cNvPr>
            <p:cNvSpPr/>
            <p:nvPr/>
          </p:nvSpPr>
          <p:spPr>
            <a:xfrm>
              <a:off x="0" y="0"/>
              <a:ext cx="15396444" cy="3066458"/>
            </a:xfrm>
            <a:custGeom>
              <a:avLst/>
              <a:gdLst/>
              <a:ahLst/>
              <a:cxnLst/>
              <a:rect l="l" t="t" r="r" b="b"/>
              <a:pathLst>
                <a:path w="15396444" h="3066458">
                  <a:moveTo>
                    <a:pt x="0" y="0"/>
                  </a:moveTo>
                  <a:lnTo>
                    <a:pt x="15396444" y="0"/>
                  </a:lnTo>
                  <a:lnTo>
                    <a:pt x="15396444" y="3066458"/>
                  </a:lnTo>
                  <a:lnTo>
                    <a:pt x="0" y="3066458"/>
                  </a:lnTo>
                  <a:lnTo>
                    <a:pt x="0" y="0"/>
                  </a:lnTo>
                  <a:close/>
                </a:path>
              </a:pathLst>
            </a:custGeom>
            <a:blipFill>
              <a:blip r:embed="rId6"/>
              <a:stretch>
                <a:fillRect/>
              </a:stretch>
            </a:blipFill>
          </p:spPr>
          <p:txBody>
            <a:bodyPr/>
            <a:lstStyle/>
            <a:p>
              <a:endParaRPr lang="en-PH"/>
            </a:p>
          </p:txBody>
        </p:sp>
      </p:grpSp>
      <p:grpSp>
        <p:nvGrpSpPr>
          <p:cNvPr id="2" name="Group 2">
            <a:extLst>
              <a:ext uri="{FF2B5EF4-FFF2-40B4-BE49-F238E27FC236}">
                <a16:creationId xmlns:a16="http://schemas.microsoft.com/office/drawing/2014/main" id="{67494009-3E71-6335-5455-E2EAFBEFE78C}"/>
              </a:ext>
            </a:extLst>
          </p:cNvPr>
          <p:cNvGrpSpPr/>
          <p:nvPr/>
        </p:nvGrpSpPr>
        <p:grpSpPr>
          <a:xfrm>
            <a:off x="14554200" y="6438900"/>
            <a:ext cx="3886200" cy="3848100"/>
            <a:chOff x="0" y="0"/>
            <a:chExt cx="10022021" cy="9446043"/>
          </a:xfrm>
        </p:grpSpPr>
        <p:sp>
          <p:nvSpPr>
            <p:cNvPr id="3" name="Freeform 3">
              <a:extLst>
                <a:ext uri="{FF2B5EF4-FFF2-40B4-BE49-F238E27FC236}">
                  <a16:creationId xmlns:a16="http://schemas.microsoft.com/office/drawing/2014/main" id="{AF6A5863-776C-67C6-AD04-A4CD5F256264}"/>
                </a:ext>
              </a:extLst>
            </p:cNvPr>
            <p:cNvSpPr/>
            <p:nvPr/>
          </p:nvSpPr>
          <p:spPr>
            <a:xfrm>
              <a:off x="0" y="0"/>
              <a:ext cx="10022021" cy="9446043"/>
            </a:xfrm>
            <a:custGeom>
              <a:avLst/>
              <a:gdLst/>
              <a:ahLst/>
              <a:cxnLst/>
              <a:rect l="l" t="t" r="r" b="b"/>
              <a:pathLst>
                <a:path w="10022021" h="9446043">
                  <a:moveTo>
                    <a:pt x="0" y="0"/>
                  </a:moveTo>
                  <a:lnTo>
                    <a:pt x="10022021" y="0"/>
                  </a:lnTo>
                  <a:lnTo>
                    <a:pt x="10022021" y="9446043"/>
                  </a:lnTo>
                  <a:lnTo>
                    <a:pt x="0" y="9446043"/>
                  </a:lnTo>
                  <a:lnTo>
                    <a:pt x="0" y="0"/>
                  </a:lnTo>
                  <a:close/>
                </a:path>
              </a:pathLst>
            </a:custGeom>
            <a:blipFill>
              <a:blip r:embed="rId7">
                <a:alphaModFix amt="50000"/>
              </a:blip>
              <a:stretch>
                <a:fillRect/>
              </a:stretch>
            </a:blipFill>
          </p:spPr>
          <p:txBody>
            <a:bodyPr/>
            <a:lstStyle/>
            <a:p>
              <a:endParaRPr lang="en-PH"/>
            </a:p>
          </p:txBody>
        </p:sp>
        <p:sp>
          <p:nvSpPr>
            <p:cNvPr id="4" name="Freeform 4">
              <a:extLst>
                <a:ext uri="{FF2B5EF4-FFF2-40B4-BE49-F238E27FC236}">
                  <a16:creationId xmlns:a16="http://schemas.microsoft.com/office/drawing/2014/main" id="{780819FF-D094-90BA-1E10-BB50331B064A}"/>
                </a:ext>
              </a:extLst>
            </p:cNvPr>
            <p:cNvSpPr/>
            <p:nvPr/>
          </p:nvSpPr>
          <p:spPr>
            <a:xfrm>
              <a:off x="0" y="0"/>
              <a:ext cx="10022021" cy="9446043"/>
            </a:xfrm>
            <a:custGeom>
              <a:avLst/>
              <a:gdLst/>
              <a:ahLst/>
              <a:cxnLst/>
              <a:rect l="l" t="t" r="r" b="b"/>
              <a:pathLst>
                <a:path w="10022021" h="9446043">
                  <a:moveTo>
                    <a:pt x="0" y="0"/>
                  </a:moveTo>
                  <a:lnTo>
                    <a:pt x="10022021" y="0"/>
                  </a:lnTo>
                  <a:lnTo>
                    <a:pt x="10022021" y="9446043"/>
                  </a:lnTo>
                  <a:lnTo>
                    <a:pt x="0" y="9446043"/>
                  </a:lnTo>
                  <a:lnTo>
                    <a:pt x="0" y="0"/>
                  </a:lnTo>
                  <a:close/>
                </a:path>
              </a:pathLst>
            </a:custGeom>
            <a:blipFill>
              <a:blip r:embed="rId7">
                <a:alphaModFix amt="50000"/>
              </a:blip>
              <a:stretch>
                <a:fillRect/>
              </a:stretch>
            </a:blipFill>
          </p:spPr>
          <p:txBody>
            <a:bodyPr/>
            <a:lstStyle/>
            <a:p>
              <a:endParaRPr lang="en-PH"/>
            </a:p>
          </p:txBody>
        </p:sp>
        <p:sp>
          <p:nvSpPr>
            <p:cNvPr id="5" name="Freeform 5">
              <a:extLst>
                <a:ext uri="{FF2B5EF4-FFF2-40B4-BE49-F238E27FC236}">
                  <a16:creationId xmlns:a16="http://schemas.microsoft.com/office/drawing/2014/main" id="{92A9F004-108D-31AC-5F8B-DE17B8E5717D}"/>
                </a:ext>
              </a:extLst>
            </p:cNvPr>
            <p:cNvSpPr/>
            <p:nvPr/>
          </p:nvSpPr>
          <p:spPr>
            <a:xfrm>
              <a:off x="0" y="0"/>
              <a:ext cx="10022021" cy="9446043"/>
            </a:xfrm>
            <a:custGeom>
              <a:avLst/>
              <a:gdLst/>
              <a:ahLst/>
              <a:cxnLst/>
              <a:rect l="l" t="t" r="r" b="b"/>
              <a:pathLst>
                <a:path w="10022021" h="9446043">
                  <a:moveTo>
                    <a:pt x="0" y="0"/>
                  </a:moveTo>
                  <a:lnTo>
                    <a:pt x="10022021" y="0"/>
                  </a:lnTo>
                  <a:lnTo>
                    <a:pt x="10022021" y="9446043"/>
                  </a:lnTo>
                  <a:lnTo>
                    <a:pt x="0" y="9446043"/>
                  </a:lnTo>
                  <a:lnTo>
                    <a:pt x="0" y="0"/>
                  </a:lnTo>
                  <a:close/>
                </a:path>
              </a:pathLst>
            </a:custGeom>
            <a:blipFill>
              <a:blip r:embed="rId7">
                <a:alphaModFix amt="50000"/>
              </a:blip>
              <a:stretch>
                <a:fillRect/>
              </a:stretch>
            </a:blipFill>
          </p:spPr>
          <p:txBody>
            <a:bodyPr/>
            <a:lstStyle/>
            <a:p>
              <a:endParaRPr lang="en-PH"/>
            </a:p>
          </p:txBody>
        </p:sp>
      </p:grpSp>
    </p:spTree>
    <p:extLst>
      <p:ext uri="{BB962C8B-B14F-4D97-AF65-F5344CB8AC3E}">
        <p14:creationId xmlns:p14="http://schemas.microsoft.com/office/powerpoint/2010/main" val="276594390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BFB354-B01C-02B2-2DEF-10A33803F7CD}"/>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24BF6A6E-4C0A-8069-00A1-6DB404C3CAB0}"/>
              </a:ext>
            </a:extLst>
          </p:cNvPr>
          <p:cNvGrpSpPr/>
          <p:nvPr/>
        </p:nvGrpSpPr>
        <p:grpSpPr>
          <a:xfrm>
            <a:off x="15240000" y="7086600"/>
            <a:ext cx="3200400" cy="3200400"/>
            <a:chOff x="0" y="0"/>
            <a:chExt cx="10022021" cy="9446043"/>
          </a:xfrm>
        </p:grpSpPr>
        <p:sp>
          <p:nvSpPr>
            <p:cNvPr id="3" name="Freeform 3">
              <a:extLst>
                <a:ext uri="{FF2B5EF4-FFF2-40B4-BE49-F238E27FC236}">
                  <a16:creationId xmlns:a16="http://schemas.microsoft.com/office/drawing/2014/main" id="{D1194FCD-FC69-12DB-DCED-E8B029E7D2CE}"/>
                </a:ext>
              </a:extLst>
            </p:cNvPr>
            <p:cNvSpPr/>
            <p:nvPr/>
          </p:nvSpPr>
          <p:spPr>
            <a:xfrm>
              <a:off x="0" y="0"/>
              <a:ext cx="10022021" cy="9446043"/>
            </a:xfrm>
            <a:custGeom>
              <a:avLst/>
              <a:gdLst/>
              <a:ahLst/>
              <a:cxnLst/>
              <a:rect l="l" t="t" r="r" b="b"/>
              <a:pathLst>
                <a:path w="10022021" h="9446043">
                  <a:moveTo>
                    <a:pt x="0" y="0"/>
                  </a:moveTo>
                  <a:lnTo>
                    <a:pt x="10022021" y="0"/>
                  </a:lnTo>
                  <a:lnTo>
                    <a:pt x="10022021" y="9446043"/>
                  </a:lnTo>
                  <a:lnTo>
                    <a:pt x="0" y="9446043"/>
                  </a:lnTo>
                  <a:lnTo>
                    <a:pt x="0" y="0"/>
                  </a:lnTo>
                  <a:close/>
                </a:path>
              </a:pathLst>
            </a:custGeom>
            <a:blipFill>
              <a:blip r:embed="rId3">
                <a:alphaModFix amt="5000"/>
              </a:blip>
              <a:stretch>
                <a:fillRect/>
              </a:stretch>
            </a:blipFill>
          </p:spPr>
          <p:txBody>
            <a:bodyPr/>
            <a:lstStyle/>
            <a:p>
              <a:endParaRPr lang="en-PH"/>
            </a:p>
          </p:txBody>
        </p:sp>
        <p:sp>
          <p:nvSpPr>
            <p:cNvPr id="4" name="Freeform 4">
              <a:extLst>
                <a:ext uri="{FF2B5EF4-FFF2-40B4-BE49-F238E27FC236}">
                  <a16:creationId xmlns:a16="http://schemas.microsoft.com/office/drawing/2014/main" id="{B17654DB-6975-675B-CBE4-88299C098E5D}"/>
                </a:ext>
              </a:extLst>
            </p:cNvPr>
            <p:cNvSpPr/>
            <p:nvPr/>
          </p:nvSpPr>
          <p:spPr>
            <a:xfrm>
              <a:off x="0" y="0"/>
              <a:ext cx="10022021" cy="9446043"/>
            </a:xfrm>
            <a:custGeom>
              <a:avLst/>
              <a:gdLst/>
              <a:ahLst/>
              <a:cxnLst/>
              <a:rect l="l" t="t" r="r" b="b"/>
              <a:pathLst>
                <a:path w="10022021" h="9446043">
                  <a:moveTo>
                    <a:pt x="0" y="0"/>
                  </a:moveTo>
                  <a:lnTo>
                    <a:pt x="10022021" y="0"/>
                  </a:lnTo>
                  <a:lnTo>
                    <a:pt x="10022021" y="9446043"/>
                  </a:lnTo>
                  <a:lnTo>
                    <a:pt x="0" y="9446043"/>
                  </a:lnTo>
                  <a:lnTo>
                    <a:pt x="0" y="0"/>
                  </a:lnTo>
                  <a:close/>
                </a:path>
              </a:pathLst>
            </a:custGeom>
            <a:blipFill>
              <a:blip r:embed="rId3">
                <a:alphaModFix amt="5000"/>
              </a:blip>
              <a:stretch>
                <a:fillRect/>
              </a:stretch>
            </a:blipFill>
          </p:spPr>
          <p:txBody>
            <a:bodyPr/>
            <a:lstStyle/>
            <a:p>
              <a:endParaRPr lang="en-PH"/>
            </a:p>
          </p:txBody>
        </p:sp>
        <p:sp>
          <p:nvSpPr>
            <p:cNvPr id="5" name="Freeform 5">
              <a:extLst>
                <a:ext uri="{FF2B5EF4-FFF2-40B4-BE49-F238E27FC236}">
                  <a16:creationId xmlns:a16="http://schemas.microsoft.com/office/drawing/2014/main" id="{B16ADBC3-58F8-936D-376A-C719734FF5AA}"/>
                </a:ext>
              </a:extLst>
            </p:cNvPr>
            <p:cNvSpPr/>
            <p:nvPr/>
          </p:nvSpPr>
          <p:spPr>
            <a:xfrm>
              <a:off x="0" y="0"/>
              <a:ext cx="10022021" cy="9446043"/>
            </a:xfrm>
            <a:custGeom>
              <a:avLst/>
              <a:gdLst/>
              <a:ahLst/>
              <a:cxnLst/>
              <a:rect l="l" t="t" r="r" b="b"/>
              <a:pathLst>
                <a:path w="10022021" h="9446043">
                  <a:moveTo>
                    <a:pt x="0" y="0"/>
                  </a:moveTo>
                  <a:lnTo>
                    <a:pt x="10022021" y="0"/>
                  </a:lnTo>
                  <a:lnTo>
                    <a:pt x="10022021" y="9446043"/>
                  </a:lnTo>
                  <a:lnTo>
                    <a:pt x="0" y="9446043"/>
                  </a:lnTo>
                  <a:lnTo>
                    <a:pt x="0" y="0"/>
                  </a:lnTo>
                  <a:close/>
                </a:path>
              </a:pathLst>
            </a:custGeom>
            <a:blipFill>
              <a:blip r:embed="rId3">
                <a:alphaModFix amt="5000"/>
              </a:blip>
              <a:stretch>
                <a:fillRect/>
              </a:stretch>
            </a:blipFill>
          </p:spPr>
          <p:txBody>
            <a:bodyPr/>
            <a:lstStyle/>
            <a:p>
              <a:endParaRPr lang="en-PH"/>
            </a:p>
          </p:txBody>
        </p:sp>
      </p:grpSp>
      <p:sp>
        <p:nvSpPr>
          <p:cNvPr id="20" name="Freeform 20">
            <a:extLst>
              <a:ext uri="{FF2B5EF4-FFF2-40B4-BE49-F238E27FC236}">
                <a16:creationId xmlns:a16="http://schemas.microsoft.com/office/drawing/2014/main" id="{EBE8CDB3-11FC-5F52-C5A5-A552237C4675}"/>
              </a:ext>
            </a:extLst>
          </p:cNvPr>
          <p:cNvSpPr/>
          <p:nvPr/>
        </p:nvSpPr>
        <p:spPr>
          <a:xfrm>
            <a:off x="16022831" y="9062992"/>
            <a:ext cx="2228298" cy="1222779"/>
          </a:xfrm>
          <a:custGeom>
            <a:avLst/>
            <a:gdLst/>
            <a:ahLst/>
            <a:cxnLst/>
            <a:rect l="l" t="t" r="r" b="b"/>
            <a:pathLst>
              <a:path w="2228298" h="1222779">
                <a:moveTo>
                  <a:pt x="0" y="0"/>
                </a:moveTo>
                <a:lnTo>
                  <a:pt x="2228298" y="0"/>
                </a:lnTo>
                <a:lnTo>
                  <a:pt x="2228298" y="1222779"/>
                </a:lnTo>
                <a:lnTo>
                  <a:pt x="0" y="122277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PH"/>
          </a:p>
        </p:txBody>
      </p:sp>
      <p:pic>
        <p:nvPicPr>
          <p:cNvPr id="19" name="Picture 18" descr="A blue and orange square&#10;&#10;Description automatically generated">
            <a:extLst>
              <a:ext uri="{FF2B5EF4-FFF2-40B4-BE49-F238E27FC236}">
                <a16:creationId xmlns:a16="http://schemas.microsoft.com/office/drawing/2014/main" id="{882B3713-C643-1B74-9AD3-F356485A879F}"/>
              </a:ext>
            </a:extLst>
          </p:cNvPr>
          <p:cNvPicPr>
            <a:picLocks noChangeAspect="1"/>
          </p:cNvPicPr>
          <p:nvPr/>
        </p:nvPicPr>
        <p:blipFill rotWithShape="1">
          <a:blip r:embed="rId6" cstate="print">
            <a:alphaModFix amt="50000"/>
            <a:extLst>
              <a:ext uri="{28A0092B-C50C-407E-A947-70E740481C1C}">
                <a14:useLocalDpi xmlns:a14="http://schemas.microsoft.com/office/drawing/2010/main" val="0"/>
              </a:ext>
            </a:extLst>
          </a:blip>
          <a:srcRect l="10012"/>
          <a:stretch/>
        </p:blipFill>
        <p:spPr>
          <a:xfrm>
            <a:off x="-11723" y="0"/>
            <a:ext cx="18251129" cy="2095500"/>
          </a:xfrm>
          <a:prstGeom prst="rect">
            <a:avLst/>
          </a:prstGeom>
        </p:spPr>
      </p:pic>
      <p:sp>
        <p:nvSpPr>
          <p:cNvPr id="21" name="TextBox 28">
            <a:extLst>
              <a:ext uri="{FF2B5EF4-FFF2-40B4-BE49-F238E27FC236}">
                <a16:creationId xmlns:a16="http://schemas.microsoft.com/office/drawing/2014/main" id="{4FEB6154-B889-FCEB-F520-3866CA8518F5}"/>
              </a:ext>
            </a:extLst>
          </p:cNvPr>
          <p:cNvSpPr txBox="1"/>
          <p:nvPr/>
        </p:nvSpPr>
        <p:spPr>
          <a:xfrm>
            <a:off x="749993" y="-15883"/>
            <a:ext cx="16381125" cy="1399037"/>
          </a:xfrm>
          <a:prstGeom prst="rect">
            <a:avLst/>
          </a:prstGeom>
        </p:spPr>
        <p:txBody>
          <a:bodyPr wrap="square" lIns="0" tIns="0" rIns="0" bIns="0" rtlCol="0" anchor="t">
            <a:spAutoFit/>
          </a:bodyPr>
          <a:lstStyle/>
          <a:p>
            <a:pPr>
              <a:lnSpc>
                <a:spcPts val="12857"/>
              </a:lnSpc>
            </a:pPr>
            <a:r>
              <a:rPr lang="en-US" sz="4800" i="1" spc="-360" dirty="0">
                <a:ln>
                  <a:solidFill>
                    <a:schemeClr val="tx1"/>
                  </a:solidFill>
                </a:ln>
                <a:solidFill>
                  <a:schemeClr val="bg1"/>
                </a:solidFill>
                <a:latin typeface="Consolas" panose="020B0609020204030204" pitchFamily="49" charset="0"/>
                <a:ea typeface="Cambria" panose="02040503050406030204" pitchFamily="18" charset="0"/>
              </a:rPr>
              <a:t>Python Quick Start</a:t>
            </a:r>
          </a:p>
        </p:txBody>
      </p:sp>
      <p:sp>
        <p:nvSpPr>
          <p:cNvPr id="24" name="TextBox 23">
            <a:extLst>
              <a:ext uri="{FF2B5EF4-FFF2-40B4-BE49-F238E27FC236}">
                <a16:creationId xmlns:a16="http://schemas.microsoft.com/office/drawing/2014/main" id="{4C90BC46-C5A1-A710-F86C-70717C3426BC}"/>
              </a:ext>
            </a:extLst>
          </p:cNvPr>
          <p:cNvSpPr txBox="1"/>
          <p:nvPr/>
        </p:nvSpPr>
        <p:spPr>
          <a:xfrm>
            <a:off x="637059" y="2277070"/>
            <a:ext cx="16953563" cy="4524315"/>
          </a:xfrm>
          <a:prstGeom prst="rect">
            <a:avLst/>
          </a:prstGeom>
          <a:noFill/>
        </p:spPr>
        <p:txBody>
          <a:bodyPr wrap="square">
            <a:spAutoFit/>
          </a:bodyPr>
          <a:lstStyle/>
          <a:p>
            <a:pPr algn="just"/>
            <a:r>
              <a:rPr lang="en-US" sz="3600" dirty="0">
                <a:latin typeface="Consolas" panose="020B0609020204030204" pitchFamily="49" charset="0"/>
              </a:rPr>
              <a:t>Given that Python is an interpreted programming language, developers must first create Python (.</a:t>
            </a:r>
            <a:r>
              <a:rPr lang="en-US" sz="3600" dirty="0" err="1">
                <a:latin typeface="Consolas" panose="020B0609020204030204" pitchFamily="49" charset="0"/>
              </a:rPr>
              <a:t>py</a:t>
            </a:r>
            <a:r>
              <a:rPr lang="en-US" sz="3600" dirty="0">
                <a:latin typeface="Consolas" panose="020B0609020204030204" pitchFamily="49" charset="0"/>
              </a:rPr>
              <a:t>) files in a text editor before submitting them to the Python interpreter for execution. Python programs are written as a set of instructions executed line by line. The simplest way to write a program is to use a text editor. Let’s say you have created a python file called index.py which can be done in any text editor. </a:t>
            </a:r>
          </a:p>
          <a:p>
            <a:pPr algn="just"/>
            <a:endParaRPr lang="en-US" sz="3600" dirty="0">
              <a:latin typeface="Consolas" panose="020B0609020204030204" pitchFamily="49" charset="0"/>
            </a:endParaRPr>
          </a:p>
        </p:txBody>
      </p:sp>
      <p:pic>
        <p:nvPicPr>
          <p:cNvPr id="8" name="Picture 2">
            <a:extLst>
              <a:ext uri="{FF2B5EF4-FFF2-40B4-BE49-F238E27FC236}">
                <a16:creationId xmlns:a16="http://schemas.microsoft.com/office/drawing/2014/main" id="{17A4128D-06A5-5654-D9D5-F6F49D7D45FC}"/>
              </a:ext>
            </a:extLst>
          </p:cNvPr>
          <p:cNvPicPr>
            <a:picLocks noChangeAspect="1" noChangeArrowheads="1"/>
          </p:cNvPicPr>
          <p:nvPr/>
        </p:nvPicPr>
        <p:blipFill rotWithShape="1">
          <a:blip r:embed="rId7">
            <a:extLst>
              <a:ext uri="{28A0092B-C50C-407E-A947-70E740481C1C}">
                <a14:useLocalDpi xmlns:a14="http://schemas.microsoft.com/office/drawing/2010/main" val="0"/>
              </a:ext>
            </a:extLst>
          </a:blip>
          <a:srcRect l="27794" t="8854" b="73763"/>
          <a:stretch/>
        </p:blipFill>
        <p:spPr bwMode="auto">
          <a:xfrm>
            <a:off x="749993" y="6667500"/>
            <a:ext cx="12077700" cy="164189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07422277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80A018-E501-1675-2F8A-80A59903F0B6}"/>
            </a:ext>
          </a:extLst>
        </p:cNvPr>
        <p:cNvGrpSpPr/>
        <p:nvPr/>
      </p:nvGrpSpPr>
      <p:grpSpPr>
        <a:xfrm>
          <a:off x="0" y="0"/>
          <a:ext cx="0" cy="0"/>
          <a:chOff x="0" y="0"/>
          <a:chExt cx="0" cy="0"/>
        </a:xfrm>
      </p:grpSpPr>
      <p:pic>
        <p:nvPicPr>
          <p:cNvPr id="43" name="Picture 42" descr="A blue and orange square&#10;&#10;Description automatically generated">
            <a:extLst>
              <a:ext uri="{FF2B5EF4-FFF2-40B4-BE49-F238E27FC236}">
                <a16:creationId xmlns:a16="http://schemas.microsoft.com/office/drawing/2014/main" id="{5BA17171-EF2B-18E1-29CF-3F24FE18A389}"/>
              </a:ext>
            </a:extLst>
          </p:cNvPr>
          <p:cNvPicPr>
            <a:picLocks noChangeAspect="1"/>
          </p:cNvPicPr>
          <p:nvPr/>
        </p:nvPicPr>
        <p:blipFill rotWithShape="1">
          <a:blip r:embed="rId3">
            <a:alphaModFix amt="50000"/>
            <a:extLst>
              <a:ext uri="{28A0092B-C50C-407E-A947-70E740481C1C}">
                <a14:useLocalDpi xmlns:a14="http://schemas.microsoft.com/office/drawing/2010/main" val="0"/>
              </a:ext>
            </a:extLst>
          </a:blip>
          <a:srcRect l="10264" r="12208"/>
          <a:stretch/>
        </p:blipFill>
        <p:spPr>
          <a:xfrm>
            <a:off x="1" y="2939231"/>
            <a:ext cx="18287999" cy="4408536"/>
          </a:xfrm>
          <a:prstGeom prst="rect">
            <a:avLst/>
          </a:prstGeom>
        </p:spPr>
      </p:pic>
      <p:sp>
        <p:nvSpPr>
          <p:cNvPr id="20" name="Freeform 20">
            <a:extLst>
              <a:ext uri="{FF2B5EF4-FFF2-40B4-BE49-F238E27FC236}">
                <a16:creationId xmlns:a16="http://schemas.microsoft.com/office/drawing/2014/main" id="{7748B196-1A86-57E2-CF5A-BFA6FE55BFE0}"/>
              </a:ext>
            </a:extLst>
          </p:cNvPr>
          <p:cNvSpPr/>
          <p:nvPr/>
        </p:nvSpPr>
        <p:spPr>
          <a:xfrm>
            <a:off x="16022831" y="9062992"/>
            <a:ext cx="2228298" cy="1222779"/>
          </a:xfrm>
          <a:custGeom>
            <a:avLst/>
            <a:gdLst/>
            <a:ahLst/>
            <a:cxnLst/>
            <a:rect l="l" t="t" r="r" b="b"/>
            <a:pathLst>
              <a:path w="2228298" h="1222779">
                <a:moveTo>
                  <a:pt x="0" y="0"/>
                </a:moveTo>
                <a:lnTo>
                  <a:pt x="2228298" y="0"/>
                </a:lnTo>
                <a:lnTo>
                  <a:pt x="2228298" y="1222779"/>
                </a:lnTo>
                <a:lnTo>
                  <a:pt x="0" y="122277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PH"/>
          </a:p>
        </p:txBody>
      </p:sp>
      <p:sp>
        <p:nvSpPr>
          <p:cNvPr id="28" name="TextBox 28">
            <a:extLst>
              <a:ext uri="{FF2B5EF4-FFF2-40B4-BE49-F238E27FC236}">
                <a16:creationId xmlns:a16="http://schemas.microsoft.com/office/drawing/2014/main" id="{C4FA007D-336D-2115-AD03-AC1DB2367920}"/>
              </a:ext>
            </a:extLst>
          </p:cNvPr>
          <p:cNvSpPr txBox="1"/>
          <p:nvPr/>
        </p:nvSpPr>
        <p:spPr>
          <a:xfrm>
            <a:off x="1144875" y="4404386"/>
            <a:ext cx="15998250" cy="1478225"/>
          </a:xfrm>
          <a:prstGeom prst="rect">
            <a:avLst/>
          </a:prstGeom>
        </p:spPr>
        <p:txBody>
          <a:bodyPr wrap="square" lIns="0" tIns="0" rIns="0" bIns="0" rtlCol="0" anchor="t">
            <a:spAutoFit/>
          </a:bodyPr>
          <a:lstStyle/>
          <a:p>
            <a:pPr algn="l">
              <a:lnSpc>
                <a:spcPts val="12857"/>
              </a:lnSpc>
            </a:pPr>
            <a:r>
              <a:rPr lang="en-US" sz="7200" spc="-360" dirty="0">
                <a:ln>
                  <a:solidFill>
                    <a:sysClr val="windowText" lastClr="000000"/>
                  </a:solidFill>
                </a:ln>
                <a:solidFill>
                  <a:schemeClr val="bg1"/>
                </a:solidFill>
                <a:latin typeface="Consolas" panose="020B0609020204030204" pitchFamily="49" charset="0"/>
              </a:rPr>
              <a:t>Lesson 2.2: Data Types</a:t>
            </a:r>
          </a:p>
        </p:txBody>
      </p:sp>
      <p:grpSp>
        <p:nvGrpSpPr>
          <p:cNvPr id="34" name="Group 13">
            <a:extLst>
              <a:ext uri="{FF2B5EF4-FFF2-40B4-BE49-F238E27FC236}">
                <a16:creationId xmlns:a16="http://schemas.microsoft.com/office/drawing/2014/main" id="{75DBAD5C-59F5-1E89-840C-DEFA47938FB3}"/>
              </a:ext>
            </a:extLst>
          </p:cNvPr>
          <p:cNvGrpSpPr/>
          <p:nvPr/>
        </p:nvGrpSpPr>
        <p:grpSpPr>
          <a:xfrm>
            <a:off x="152400" y="211586"/>
            <a:ext cx="6840467" cy="1321138"/>
            <a:chOff x="0" y="0"/>
            <a:chExt cx="15396444" cy="3066458"/>
          </a:xfrm>
        </p:grpSpPr>
        <p:sp>
          <p:nvSpPr>
            <p:cNvPr id="35" name="Freeform 14">
              <a:extLst>
                <a:ext uri="{FF2B5EF4-FFF2-40B4-BE49-F238E27FC236}">
                  <a16:creationId xmlns:a16="http://schemas.microsoft.com/office/drawing/2014/main" id="{BBB610D3-4099-1A5B-FF7A-105F69F94AF7}"/>
                </a:ext>
              </a:extLst>
            </p:cNvPr>
            <p:cNvSpPr/>
            <p:nvPr/>
          </p:nvSpPr>
          <p:spPr>
            <a:xfrm>
              <a:off x="0" y="0"/>
              <a:ext cx="15396444" cy="3066458"/>
            </a:xfrm>
            <a:custGeom>
              <a:avLst/>
              <a:gdLst/>
              <a:ahLst/>
              <a:cxnLst/>
              <a:rect l="l" t="t" r="r" b="b"/>
              <a:pathLst>
                <a:path w="15396444" h="3066458">
                  <a:moveTo>
                    <a:pt x="0" y="0"/>
                  </a:moveTo>
                  <a:lnTo>
                    <a:pt x="15396444" y="0"/>
                  </a:lnTo>
                  <a:lnTo>
                    <a:pt x="15396444" y="3066458"/>
                  </a:lnTo>
                  <a:lnTo>
                    <a:pt x="0" y="3066458"/>
                  </a:lnTo>
                  <a:lnTo>
                    <a:pt x="0" y="0"/>
                  </a:lnTo>
                  <a:close/>
                </a:path>
              </a:pathLst>
            </a:custGeom>
            <a:blipFill>
              <a:blip r:embed="rId6"/>
              <a:stretch>
                <a:fillRect/>
              </a:stretch>
            </a:blipFill>
          </p:spPr>
          <p:txBody>
            <a:bodyPr/>
            <a:lstStyle/>
            <a:p>
              <a:endParaRPr lang="en-PH"/>
            </a:p>
          </p:txBody>
        </p:sp>
        <p:sp>
          <p:nvSpPr>
            <p:cNvPr id="36" name="Freeform 15">
              <a:extLst>
                <a:ext uri="{FF2B5EF4-FFF2-40B4-BE49-F238E27FC236}">
                  <a16:creationId xmlns:a16="http://schemas.microsoft.com/office/drawing/2014/main" id="{46C5DB1C-C4CA-62FF-B7E8-82D6A7A18104}"/>
                </a:ext>
              </a:extLst>
            </p:cNvPr>
            <p:cNvSpPr/>
            <p:nvPr/>
          </p:nvSpPr>
          <p:spPr>
            <a:xfrm>
              <a:off x="0" y="0"/>
              <a:ext cx="15396444" cy="3066458"/>
            </a:xfrm>
            <a:custGeom>
              <a:avLst/>
              <a:gdLst/>
              <a:ahLst/>
              <a:cxnLst/>
              <a:rect l="l" t="t" r="r" b="b"/>
              <a:pathLst>
                <a:path w="15396444" h="3066458">
                  <a:moveTo>
                    <a:pt x="0" y="0"/>
                  </a:moveTo>
                  <a:lnTo>
                    <a:pt x="15396444" y="0"/>
                  </a:lnTo>
                  <a:lnTo>
                    <a:pt x="15396444" y="3066458"/>
                  </a:lnTo>
                  <a:lnTo>
                    <a:pt x="0" y="3066458"/>
                  </a:lnTo>
                  <a:lnTo>
                    <a:pt x="0" y="0"/>
                  </a:lnTo>
                  <a:close/>
                </a:path>
              </a:pathLst>
            </a:custGeom>
            <a:blipFill>
              <a:blip r:embed="rId6"/>
              <a:stretch>
                <a:fillRect/>
              </a:stretch>
            </a:blipFill>
          </p:spPr>
          <p:txBody>
            <a:bodyPr/>
            <a:lstStyle/>
            <a:p>
              <a:endParaRPr lang="en-PH"/>
            </a:p>
          </p:txBody>
        </p:sp>
        <p:sp>
          <p:nvSpPr>
            <p:cNvPr id="37" name="Freeform 16">
              <a:extLst>
                <a:ext uri="{FF2B5EF4-FFF2-40B4-BE49-F238E27FC236}">
                  <a16:creationId xmlns:a16="http://schemas.microsoft.com/office/drawing/2014/main" id="{6163F169-069C-DFC6-613A-BD0136D8D1B6}"/>
                </a:ext>
              </a:extLst>
            </p:cNvPr>
            <p:cNvSpPr/>
            <p:nvPr/>
          </p:nvSpPr>
          <p:spPr>
            <a:xfrm>
              <a:off x="0" y="0"/>
              <a:ext cx="15396444" cy="3066458"/>
            </a:xfrm>
            <a:custGeom>
              <a:avLst/>
              <a:gdLst/>
              <a:ahLst/>
              <a:cxnLst/>
              <a:rect l="l" t="t" r="r" b="b"/>
              <a:pathLst>
                <a:path w="15396444" h="3066458">
                  <a:moveTo>
                    <a:pt x="0" y="0"/>
                  </a:moveTo>
                  <a:lnTo>
                    <a:pt x="15396444" y="0"/>
                  </a:lnTo>
                  <a:lnTo>
                    <a:pt x="15396444" y="3066458"/>
                  </a:lnTo>
                  <a:lnTo>
                    <a:pt x="0" y="3066458"/>
                  </a:lnTo>
                  <a:lnTo>
                    <a:pt x="0" y="0"/>
                  </a:lnTo>
                  <a:close/>
                </a:path>
              </a:pathLst>
            </a:custGeom>
            <a:blipFill>
              <a:blip r:embed="rId6"/>
              <a:stretch>
                <a:fillRect/>
              </a:stretch>
            </a:blipFill>
          </p:spPr>
          <p:txBody>
            <a:bodyPr/>
            <a:lstStyle/>
            <a:p>
              <a:endParaRPr lang="en-PH"/>
            </a:p>
          </p:txBody>
        </p:sp>
        <p:sp>
          <p:nvSpPr>
            <p:cNvPr id="38" name="Freeform 17">
              <a:extLst>
                <a:ext uri="{FF2B5EF4-FFF2-40B4-BE49-F238E27FC236}">
                  <a16:creationId xmlns:a16="http://schemas.microsoft.com/office/drawing/2014/main" id="{F04429D6-DD11-B094-A52E-C8D79AF7D76E}"/>
                </a:ext>
              </a:extLst>
            </p:cNvPr>
            <p:cNvSpPr/>
            <p:nvPr/>
          </p:nvSpPr>
          <p:spPr>
            <a:xfrm>
              <a:off x="0" y="0"/>
              <a:ext cx="15396444" cy="3066458"/>
            </a:xfrm>
            <a:custGeom>
              <a:avLst/>
              <a:gdLst/>
              <a:ahLst/>
              <a:cxnLst/>
              <a:rect l="l" t="t" r="r" b="b"/>
              <a:pathLst>
                <a:path w="15396444" h="3066458">
                  <a:moveTo>
                    <a:pt x="0" y="0"/>
                  </a:moveTo>
                  <a:lnTo>
                    <a:pt x="15396444" y="0"/>
                  </a:lnTo>
                  <a:lnTo>
                    <a:pt x="15396444" y="3066458"/>
                  </a:lnTo>
                  <a:lnTo>
                    <a:pt x="0" y="3066458"/>
                  </a:lnTo>
                  <a:lnTo>
                    <a:pt x="0" y="0"/>
                  </a:lnTo>
                  <a:close/>
                </a:path>
              </a:pathLst>
            </a:custGeom>
            <a:blipFill>
              <a:blip r:embed="rId6"/>
              <a:stretch>
                <a:fillRect/>
              </a:stretch>
            </a:blipFill>
          </p:spPr>
          <p:txBody>
            <a:bodyPr/>
            <a:lstStyle/>
            <a:p>
              <a:endParaRPr lang="en-PH"/>
            </a:p>
          </p:txBody>
        </p:sp>
        <p:sp>
          <p:nvSpPr>
            <p:cNvPr id="39" name="Freeform 18">
              <a:extLst>
                <a:ext uri="{FF2B5EF4-FFF2-40B4-BE49-F238E27FC236}">
                  <a16:creationId xmlns:a16="http://schemas.microsoft.com/office/drawing/2014/main" id="{8E44AA4D-B9EF-56E4-CB62-118771847BEB}"/>
                </a:ext>
              </a:extLst>
            </p:cNvPr>
            <p:cNvSpPr/>
            <p:nvPr/>
          </p:nvSpPr>
          <p:spPr>
            <a:xfrm>
              <a:off x="0" y="0"/>
              <a:ext cx="15396444" cy="3066458"/>
            </a:xfrm>
            <a:custGeom>
              <a:avLst/>
              <a:gdLst/>
              <a:ahLst/>
              <a:cxnLst/>
              <a:rect l="l" t="t" r="r" b="b"/>
              <a:pathLst>
                <a:path w="15396444" h="3066458">
                  <a:moveTo>
                    <a:pt x="0" y="0"/>
                  </a:moveTo>
                  <a:lnTo>
                    <a:pt x="15396444" y="0"/>
                  </a:lnTo>
                  <a:lnTo>
                    <a:pt x="15396444" y="3066458"/>
                  </a:lnTo>
                  <a:lnTo>
                    <a:pt x="0" y="3066458"/>
                  </a:lnTo>
                  <a:lnTo>
                    <a:pt x="0" y="0"/>
                  </a:lnTo>
                  <a:close/>
                </a:path>
              </a:pathLst>
            </a:custGeom>
            <a:blipFill>
              <a:blip r:embed="rId6"/>
              <a:stretch>
                <a:fillRect/>
              </a:stretch>
            </a:blipFill>
          </p:spPr>
          <p:txBody>
            <a:bodyPr/>
            <a:lstStyle/>
            <a:p>
              <a:endParaRPr lang="en-PH"/>
            </a:p>
          </p:txBody>
        </p:sp>
        <p:sp>
          <p:nvSpPr>
            <p:cNvPr id="40" name="Freeform 19">
              <a:extLst>
                <a:ext uri="{FF2B5EF4-FFF2-40B4-BE49-F238E27FC236}">
                  <a16:creationId xmlns:a16="http://schemas.microsoft.com/office/drawing/2014/main" id="{BFBBF522-C78C-271C-2781-D3CFBD6BE510}"/>
                </a:ext>
              </a:extLst>
            </p:cNvPr>
            <p:cNvSpPr/>
            <p:nvPr/>
          </p:nvSpPr>
          <p:spPr>
            <a:xfrm>
              <a:off x="0" y="0"/>
              <a:ext cx="15396444" cy="3066458"/>
            </a:xfrm>
            <a:custGeom>
              <a:avLst/>
              <a:gdLst/>
              <a:ahLst/>
              <a:cxnLst/>
              <a:rect l="l" t="t" r="r" b="b"/>
              <a:pathLst>
                <a:path w="15396444" h="3066458">
                  <a:moveTo>
                    <a:pt x="0" y="0"/>
                  </a:moveTo>
                  <a:lnTo>
                    <a:pt x="15396444" y="0"/>
                  </a:lnTo>
                  <a:lnTo>
                    <a:pt x="15396444" y="3066458"/>
                  </a:lnTo>
                  <a:lnTo>
                    <a:pt x="0" y="3066458"/>
                  </a:lnTo>
                  <a:lnTo>
                    <a:pt x="0" y="0"/>
                  </a:lnTo>
                  <a:close/>
                </a:path>
              </a:pathLst>
            </a:custGeom>
            <a:blipFill>
              <a:blip r:embed="rId6"/>
              <a:stretch>
                <a:fillRect/>
              </a:stretch>
            </a:blipFill>
          </p:spPr>
          <p:txBody>
            <a:bodyPr/>
            <a:lstStyle/>
            <a:p>
              <a:endParaRPr lang="en-PH"/>
            </a:p>
          </p:txBody>
        </p:sp>
      </p:grpSp>
      <p:grpSp>
        <p:nvGrpSpPr>
          <p:cNvPr id="2" name="Group 2">
            <a:extLst>
              <a:ext uri="{FF2B5EF4-FFF2-40B4-BE49-F238E27FC236}">
                <a16:creationId xmlns:a16="http://schemas.microsoft.com/office/drawing/2014/main" id="{C827B57D-CE17-52EE-C8C5-1D696120A91C}"/>
              </a:ext>
            </a:extLst>
          </p:cNvPr>
          <p:cNvGrpSpPr/>
          <p:nvPr/>
        </p:nvGrpSpPr>
        <p:grpSpPr>
          <a:xfrm>
            <a:off x="14554200" y="6438900"/>
            <a:ext cx="3886200" cy="3848100"/>
            <a:chOff x="0" y="0"/>
            <a:chExt cx="10022021" cy="9446043"/>
          </a:xfrm>
        </p:grpSpPr>
        <p:sp>
          <p:nvSpPr>
            <p:cNvPr id="3" name="Freeform 3">
              <a:extLst>
                <a:ext uri="{FF2B5EF4-FFF2-40B4-BE49-F238E27FC236}">
                  <a16:creationId xmlns:a16="http://schemas.microsoft.com/office/drawing/2014/main" id="{448C4C80-5FB1-BCB1-079D-45ADAEE5EDF2}"/>
                </a:ext>
              </a:extLst>
            </p:cNvPr>
            <p:cNvSpPr/>
            <p:nvPr/>
          </p:nvSpPr>
          <p:spPr>
            <a:xfrm>
              <a:off x="0" y="0"/>
              <a:ext cx="10022021" cy="9446043"/>
            </a:xfrm>
            <a:custGeom>
              <a:avLst/>
              <a:gdLst/>
              <a:ahLst/>
              <a:cxnLst/>
              <a:rect l="l" t="t" r="r" b="b"/>
              <a:pathLst>
                <a:path w="10022021" h="9446043">
                  <a:moveTo>
                    <a:pt x="0" y="0"/>
                  </a:moveTo>
                  <a:lnTo>
                    <a:pt x="10022021" y="0"/>
                  </a:lnTo>
                  <a:lnTo>
                    <a:pt x="10022021" y="9446043"/>
                  </a:lnTo>
                  <a:lnTo>
                    <a:pt x="0" y="9446043"/>
                  </a:lnTo>
                  <a:lnTo>
                    <a:pt x="0" y="0"/>
                  </a:lnTo>
                  <a:close/>
                </a:path>
              </a:pathLst>
            </a:custGeom>
            <a:blipFill>
              <a:blip r:embed="rId7">
                <a:alphaModFix amt="50000"/>
              </a:blip>
              <a:stretch>
                <a:fillRect/>
              </a:stretch>
            </a:blipFill>
          </p:spPr>
          <p:txBody>
            <a:bodyPr/>
            <a:lstStyle/>
            <a:p>
              <a:endParaRPr lang="en-PH"/>
            </a:p>
          </p:txBody>
        </p:sp>
        <p:sp>
          <p:nvSpPr>
            <p:cNvPr id="4" name="Freeform 4">
              <a:extLst>
                <a:ext uri="{FF2B5EF4-FFF2-40B4-BE49-F238E27FC236}">
                  <a16:creationId xmlns:a16="http://schemas.microsoft.com/office/drawing/2014/main" id="{8B1491CE-48C9-BFBF-2A1E-BD86798ABE8F}"/>
                </a:ext>
              </a:extLst>
            </p:cNvPr>
            <p:cNvSpPr/>
            <p:nvPr/>
          </p:nvSpPr>
          <p:spPr>
            <a:xfrm>
              <a:off x="0" y="0"/>
              <a:ext cx="10022021" cy="9446043"/>
            </a:xfrm>
            <a:custGeom>
              <a:avLst/>
              <a:gdLst/>
              <a:ahLst/>
              <a:cxnLst/>
              <a:rect l="l" t="t" r="r" b="b"/>
              <a:pathLst>
                <a:path w="10022021" h="9446043">
                  <a:moveTo>
                    <a:pt x="0" y="0"/>
                  </a:moveTo>
                  <a:lnTo>
                    <a:pt x="10022021" y="0"/>
                  </a:lnTo>
                  <a:lnTo>
                    <a:pt x="10022021" y="9446043"/>
                  </a:lnTo>
                  <a:lnTo>
                    <a:pt x="0" y="9446043"/>
                  </a:lnTo>
                  <a:lnTo>
                    <a:pt x="0" y="0"/>
                  </a:lnTo>
                  <a:close/>
                </a:path>
              </a:pathLst>
            </a:custGeom>
            <a:blipFill>
              <a:blip r:embed="rId7">
                <a:alphaModFix amt="50000"/>
              </a:blip>
              <a:stretch>
                <a:fillRect/>
              </a:stretch>
            </a:blipFill>
          </p:spPr>
          <p:txBody>
            <a:bodyPr/>
            <a:lstStyle/>
            <a:p>
              <a:endParaRPr lang="en-PH"/>
            </a:p>
          </p:txBody>
        </p:sp>
        <p:sp>
          <p:nvSpPr>
            <p:cNvPr id="5" name="Freeform 5">
              <a:extLst>
                <a:ext uri="{FF2B5EF4-FFF2-40B4-BE49-F238E27FC236}">
                  <a16:creationId xmlns:a16="http://schemas.microsoft.com/office/drawing/2014/main" id="{12B5D02C-F4DD-B0F8-81DC-430B88F70286}"/>
                </a:ext>
              </a:extLst>
            </p:cNvPr>
            <p:cNvSpPr/>
            <p:nvPr/>
          </p:nvSpPr>
          <p:spPr>
            <a:xfrm>
              <a:off x="0" y="0"/>
              <a:ext cx="10022021" cy="9446043"/>
            </a:xfrm>
            <a:custGeom>
              <a:avLst/>
              <a:gdLst/>
              <a:ahLst/>
              <a:cxnLst/>
              <a:rect l="l" t="t" r="r" b="b"/>
              <a:pathLst>
                <a:path w="10022021" h="9446043">
                  <a:moveTo>
                    <a:pt x="0" y="0"/>
                  </a:moveTo>
                  <a:lnTo>
                    <a:pt x="10022021" y="0"/>
                  </a:lnTo>
                  <a:lnTo>
                    <a:pt x="10022021" y="9446043"/>
                  </a:lnTo>
                  <a:lnTo>
                    <a:pt x="0" y="9446043"/>
                  </a:lnTo>
                  <a:lnTo>
                    <a:pt x="0" y="0"/>
                  </a:lnTo>
                  <a:close/>
                </a:path>
              </a:pathLst>
            </a:custGeom>
            <a:blipFill>
              <a:blip r:embed="rId7">
                <a:alphaModFix amt="50000"/>
              </a:blip>
              <a:stretch>
                <a:fillRect/>
              </a:stretch>
            </a:blipFill>
          </p:spPr>
          <p:txBody>
            <a:bodyPr/>
            <a:lstStyle/>
            <a:p>
              <a:endParaRPr lang="en-PH"/>
            </a:p>
          </p:txBody>
        </p:sp>
      </p:grpSp>
    </p:spTree>
    <p:extLst>
      <p:ext uri="{BB962C8B-B14F-4D97-AF65-F5344CB8AC3E}">
        <p14:creationId xmlns:p14="http://schemas.microsoft.com/office/powerpoint/2010/main" val="35994482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D10B40-1BBE-0CDD-24CE-F96C82E281EF}"/>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E90CE38A-3CAB-2CC4-A92B-C7858D223DA7}"/>
              </a:ext>
            </a:extLst>
          </p:cNvPr>
          <p:cNvGrpSpPr/>
          <p:nvPr/>
        </p:nvGrpSpPr>
        <p:grpSpPr>
          <a:xfrm>
            <a:off x="15240000" y="7086600"/>
            <a:ext cx="3200400" cy="3200400"/>
            <a:chOff x="0" y="0"/>
            <a:chExt cx="10022021" cy="9446043"/>
          </a:xfrm>
        </p:grpSpPr>
        <p:sp>
          <p:nvSpPr>
            <p:cNvPr id="3" name="Freeform 3">
              <a:extLst>
                <a:ext uri="{FF2B5EF4-FFF2-40B4-BE49-F238E27FC236}">
                  <a16:creationId xmlns:a16="http://schemas.microsoft.com/office/drawing/2014/main" id="{1BC79C7D-E0CA-591B-40EF-FF05B8662E09}"/>
                </a:ext>
              </a:extLst>
            </p:cNvPr>
            <p:cNvSpPr/>
            <p:nvPr/>
          </p:nvSpPr>
          <p:spPr>
            <a:xfrm>
              <a:off x="0" y="0"/>
              <a:ext cx="10022021" cy="9446043"/>
            </a:xfrm>
            <a:custGeom>
              <a:avLst/>
              <a:gdLst/>
              <a:ahLst/>
              <a:cxnLst/>
              <a:rect l="l" t="t" r="r" b="b"/>
              <a:pathLst>
                <a:path w="10022021" h="9446043">
                  <a:moveTo>
                    <a:pt x="0" y="0"/>
                  </a:moveTo>
                  <a:lnTo>
                    <a:pt x="10022021" y="0"/>
                  </a:lnTo>
                  <a:lnTo>
                    <a:pt x="10022021" y="9446043"/>
                  </a:lnTo>
                  <a:lnTo>
                    <a:pt x="0" y="9446043"/>
                  </a:lnTo>
                  <a:lnTo>
                    <a:pt x="0" y="0"/>
                  </a:lnTo>
                  <a:close/>
                </a:path>
              </a:pathLst>
            </a:custGeom>
            <a:blipFill>
              <a:blip r:embed="rId3">
                <a:alphaModFix amt="5000"/>
              </a:blip>
              <a:stretch>
                <a:fillRect/>
              </a:stretch>
            </a:blipFill>
          </p:spPr>
          <p:txBody>
            <a:bodyPr/>
            <a:lstStyle/>
            <a:p>
              <a:endParaRPr lang="en-PH"/>
            </a:p>
          </p:txBody>
        </p:sp>
        <p:sp>
          <p:nvSpPr>
            <p:cNvPr id="4" name="Freeform 4">
              <a:extLst>
                <a:ext uri="{FF2B5EF4-FFF2-40B4-BE49-F238E27FC236}">
                  <a16:creationId xmlns:a16="http://schemas.microsoft.com/office/drawing/2014/main" id="{059AA6C2-C6D7-20CE-D9D2-DE5F963D9082}"/>
                </a:ext>
              </a:extLst>
            </p:cNvPr>
            <p:cNvSpPr/>
            <p:nvPr/>
          </p:nvSpPr>
          <p:spPr>
            <a:xfrm>
              <a:off x="0" y="0"/>
              <a:ext cx="10022021" cy="9446043"/>
            </a:xfrm>
            <a:custGeom>
              <a:avLst/>
              <a:gdLst/>
              <a:ahLst/>
              <a:cxnLst/>
              <a:rect l="l" t="t" r="r" b="b"/>
              <a:pathLst>
                <a:path w="10022021" h="9446043">
                  <a:moveTo>
                    <a:pt x="0" y="0"/>
                  </a:moveTo>
                  <a:lnTo>
                    <a:pt x="10022021" y="0"/>
                  </a:lnTo>
                  <a:lnTo>
                    <a:pt x="10022021" y="9446043"/>
                  </a:lnTo>
                  <a:lnTo>
                    <a:pt x="0" y="9446043"/>
                  </a:lnTo>
                  <a:lnTo>
                    <a:pt x="0" y="0"/>
                  </a:lnTo>
                  <a:close/>
                </a:path>
              </a:pathLst>
            </a:custGeom>
            <a:blipFill>
              <a:blip r:embed="rId3">
                <a:alphaModFix amt="5000"/>
              </a:blip>
              <a:stretch>
                <a:fillRect/>
              </a:stretch>
            </a:blipFill>
          </p:spPr>
          <p:txBody>
            <a:bodyPr/>
            <a:lstStyle/>
            <a:p>
              <a:endParaRPr lang="en-PH"/>
            </a:p>
          </p:txBody>
        </p:sp>
        <p:sp>
          <p:nvSpPr>
            <p:cNvPr id="5" name="Freeform 5">
              <a:extLst>
                <a:ext uri="{FF2B5EF4-FFF2-40B4-BE49-F238E27FC236}">
                  <a16:creationId xmlns:a16="http://schemas.microsoft.com/office/drawing/2014/main" id="{06CE156E-7A57-53A2-5EDF-F46D4973301C}"/>
                </a:ext>
              </a:extLst>
            </p:cNvPr>
            <p:cNvSpPr/>
            <p:nvPr/>
          </p:nvSpPr>
          <p:spPr>
            <a:xfrm>
              <a:off x="0" y="0"/>
              <a:ext cx="10022021" cy="9446043"/>
            </a:xfrm>
            <a:custGeom>
              <a:avLst/>
              <a:gdLst/>
              <a:ahLst/>
              <a:cxnLst/>
              <a:rect l="l" t="t" r="r" b="b"/>
              <a:pathLst>
                <a:path w="10022021" h="9446043">
                  <a:moveTo>
                    <a:pt x="0" y="0"/>
                  </a:moveTo>
                  <a:lnTo>
                    <a:pt x="10022021" y="0"/>
                  </a:lnTo>
                  <a:lnTo>
                    <a:pt x="10022021" y="9446043"/>
                  </a:lnTo>
                  <a:lnTo>
                    <a:pt x="0" y="9446043"/>
                  </a:lnTo>
                  <a:lnTo>
                    <a:pt x="0" y="0"/>
                  </a:lnTo>
                  <a:close/>
                </a:path>
              </a:pathLst>
            </a:custGeom>
            <a:blipFill>
              <a:blip r:embed="rId3">
                <a:alphaModFix amt="5000"/>
              </a:blip>
              <a:stretch>
                <a:fillRect/>
              </a:stretch>
            </a:blipFill>
          </p:spPr>
          <p:txBody>
            <a:bodyPr/>
            <a:lstStyle/>
            <a:p>
              <a:endParaRPr lang="en-PH"/>
            </a:p>
          </p:txBody>
        </p:sp>
      </p:grpSp>
      <p:sp>
        <p:nvSpPr>
          <p:cNvPr id="20" name="Freeform 20">
            <a:extLst>
              <a:ext uri="{FF2B5EF4-FFF2-40B4-BE49-F238E27FC236}">
                <a16:creationId xmlns:a16="http://schemas.microsoft.com/office/drawing/2014/main" id="{6E637584-CF5B-4195-5FFA-0CBADAD8803D}"/>
              </a:ext>
            </a:extLst>
          </p:cNvPr>
          <p:cNvSpPr/>
          <p:nvPr/>
        </p:nvSpPr>
        <p:spPr>
          <a:xfrm>
            <a:off x="16022831" y="9062992"/>
            <a:ext cx="2228298" cy="1222779"/>
          </a:xfrm>
          <a:custGeom>
            <a:avLst/>
            <a:gdLst/>
            <a:ahLst/>
            <a:cxnLst/>
            <a:rect l="l" t="t" r="r" b="b"/>
            <a:pathLst>
              <a:path w="2228298" h="1222779">
                <a:moveTo>
                  <a:pt x="0" y="0"/>
                </a:moveTo>
                <a:lnTo>
                  <a:pt x="2228298" y="0"/>
                </a:lnTo>
                <a:lnTo>
                  <a:pt x="2228298" y="1222779"/>
                </a:lnTo>
                <a:lnTo>
                  <a:pt x="0" y="122277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PH"/>
          </a:p>
        </p:txBody>
      </p:sp>
      <p:pic>
        <p:nvPicPr>
          <p:cNvPr id="19" name="Picture 18" descr="A blue and orange square&#10;&#10;Description automatically generated">
            <a:extLst>
              <a:ext uri="{FF2B5EF4-FFF2-40B4-BE49-F238E27FC236}">
                <a16:creationId xmlns:a16="http://schemas.microsoft.com/office/drawing/2014/main" id="{B3825EE6-7E00-35D1-D486-498981D85E57}"/>
              </a:ext>
            </a:extLst>
          </p:cNvPr>
          <p:cNvPicPr>
            <a:picLocks noChangeAspect="1"/>
          </p:cNvPicPr>
          <p:nvPr/>
        </p:nvPicPr>
        <p:blipFill rotWithShape="1">
          <a:blip r:embed="rId6" cstate="print">
            <a:alphaModFix amt="50000"/>
            <a:extLst>
              <a:ext uri="{28A0092B-C50C-407E-A947-70E740481C1C}">
                <a14:useLocalDpi xmlns:a14="http://schemas.microsoft.com/office/drawing/2010/main" val="0"/>
              </a:ext>
            </a:extLst>
          </a:blip>
          <a:srcRect l="10012"/>
          <a:stretch/>
        </p:blipFill>
        <p:spPr>
          <a:xfrm>
            <a:off x="-11723" y="0"/>
            <a:ext cx="18251129" cy="2095500"/>
          </a:xfrm>
          <a:prstGeom prst="rect">
            <a:avLst/>
          </a:prstGeom>
        </p:spPr>
      </p:pic>
      <p:sp>
        <p:nvSpPr>
          <p:cNvPr id="21" name="TextBox 28">
            <a:extLst>
              <a:ext uri="{FF2B5EF4-FFF2-40B4-BE49-F238E27FC236}">
                <a16:creationId xmlns:a16="http://schemas.microsoft.com/office/drawing/2014/main" id="{E29E853C-2DE8-4A05-1AB8-719752256FAB}"/>
              </a:ext>
            </a:extLst>
          </p:cNvPr>
          <p:cNvSpPr txBox="1"/>
          <p:nvPr/>
        </p:nvSpPr>
        <p:spPr>
          <a:xfrm>
            <a:off x="749993" y="-15883"/>
            <a:ext cx="16381125" cy="1399037"/>
          </a:xfrm>
          <a:prstGeom prst="rect">
            <a:avLst/>
          </a:prstGeom>
        </p:spPr>
        <p:txBody>
          <a:bodyPr wrap="square" lIns="0" tIns="0" rIns="0" bIns="0" rtlCol="0" anchor="t">
            <a:spAutoFit/>
          </a:bodyPr>
          <a:lstStyle/>
          <a:p>
            <a:pPr>
              <a:lnSpc>
                <a:spcPts val="12857"/>
              </a:lnSpc>
            </a:pPr>
            <a:r>
              <a:rPr lang="en-US" sz="4800" i="1" spc="-360" dirty="0">
                <a:ln>
                  <a:solidFill>
                    <a:schemeClr val="tx1"/>
                  </a:solidFill>
                </a:ln>
                <a:solidFill>
                  <a:schemeClr val="bg1"/>
                </a:solidFill>
                <a:latin typeface="Consolas" panose="020B0609020204030204" pitchFamily="49" charset="0"/>
                <a:ea typeface="Cambria" panose="02040503050406030204" pitchFamily="18" charset="0"/>
              </a:rPr>
              <a:t>Python Data Types</a:t>
            </a:r>
          </a:p>
        </p:txBody>
      </p:sp>
      <p:sp>
        <p:nvSpPr>
          <p:cNvPr id="6" name="TextBox 5">
            <a:extLst>
              <a:ext uri="{FF2B5EF4-FFF2-40B4-BE49-F238E27FC236}">
                <a16:creationId xmlns:a16="http://schemas.microsoft.com/office/drawing/2014/main" id="{EC758492-FA8F-0E09-B461-1E9B9342333E}"/>
              </a:ext>
            </a:extLst>
          </p:cNvPr>
          <p:cNvSpPr txBox="1"/>
          <p:nvPr/>
        </p:nvSpPr>
        <p:spPr>
          <a:xfrm>
            <a:off x="637059" y="2277070"/>
            <a:ext cx="16953563" cy="7848302"/>
          </a:xfrm>
          <a:prstGeom prst="rect">
            <a:avLst/>
          </a:prstGeom>
          <a:noFill/>
        </p:spPr>
        <p:txBody>
          <a:bodyPr wrap="square">
            <a:spAutoFit/>
          </a:bodyPr>
          <a:lstStyle/>
          <a:p>
            <a:pPr algn="just"/>
            <a:r>
              <a:rPr lang="en-US" sz="3600" b="1" dirty="0">
                <a:latin typeface="Consolas" panose="020B0609020204030204" pitchFamily="49" charset="0"/>
              </a:rPr>
              <a:t>1. Text type - </a:t>
            </a:r>
            <a:r>
              <a:rPr lang="en-US" sz="3600" dirty="0">
                <a:latin typeface="Consolas" panose="020B0609020204030204" pitchFamily="49" charset="0"/>
              </a:rPr>
              <a:t>Strings in python are surrounded by either single or double quotation marks.</a:t>
            </a:r>
          </a:p>
          <a:p>
            <a:pPr algn="just"/>
            <a:r>
              <a:rPr lang="en-US" sz="3600" b="1" dirty="0">
                <a:latin typeface="Consolas" panose="020B0609020204030204" pitchFamily="49" charset="0"/>
              </a:rPr>
              <a:t>Types: str</a:t>
            </a:r>
          </a:p>
          <a:p>
            <a:pPr algn="just"/>
            <a:r>
              <a:rPr lang="en-US" sz="3600" b="1" dirty="0">
                <a:latin typeface="Consolas" panose="020B0609020204030204" pitchFamily="49" charset="0"/>
              </a:rPr>
              <a:t>Example:</a:t>
            </a:r>
          </a:p>
          <a:p>
            <a:pPr algn="just"/>
            <a:r>
              <a:rPr lang="en-US" sz="3600" dirty="0">
                <a:latin typeface="Consolas" panose="020B0609020204030204" pitchFamily="49" charset="0"/>
              </a:rPr>
              <a:t>name = </a:t>
            </a:r>
            <a:r>
              <a:rPr lang="en-PH" sz="3600" dirty="0">
                <a:latin typeface="Consolas" panose="020B0609020204030204" pitchFamily="49" charset="0"/>
              </a:rPr>
              <a:t>"Mark Denver"</a:t>
            </a:r>
          </a:p>
          <a:p>
            <a:pPr algn="just"/>
            <a:endParaRPr lang="en-PH" sz="3600" dirty="0">
              <a:latin typeface="Consolas" panose="020B0609020204030204" pitchFamily="49" charset="0"/>
            </a:endParaRPr>
          </a:p>
          <a:p>
            <a:pPr algn="just"/>
            <a:r>
              <a:rPr lang="en-PH" sz="3600" b="1" dirty="0">
                <a:latin typeface="Consolas" panose="020B0609020204030204" pitchFamily="49" charset="0"/>
              </a:rPr>
              <a:t>2. Numeric type - </a:t>
            </a:r>
            <a:r>
              <a:rPr lang="en-US" sz="3600" dirty="0">
                <a:latin typeface="Consolas" panose="020B0609020204030204" pitchFamily="49" charset="0"/>
              </a:rPr>
              <a:t>Variables of numeric types are created when you assign a value to them.</a:t>
            </a:r>
          </a:p>
          <a:p>
            <a:pPr algn="just"/>
            <a:r>
              <a:rPr lang="en-US" sz="3600" b="1" dirty="0">
                <a:latin typeface="Consolas" panose="020B0609020204030204" pitchFamily="49" charset="0"/>
              </a:rPr>
              <a:t>Types: int, float, complex</a:t>
            </a:r>
          </a:p>
          <a:p>
            <a:pPr algn="just"/>
            <a:r>
              <a:rPr lang="en-US" sz="3600" b="1" dirty="0">
                <a:latin typeface="Consolas" panose="020B0609020204030204" pitchFamily="49" charset="0"/>
              </a:rPr>
              <a:t>Example:</a:t>
            </a:r>
          </a:p>
          <a:p>
            <a:pPr algn="just"/>
            <a:r>
              <a:rPr lang="en-US" sz="3600" dirty="0">
                <a:latin typeface="Consolas" panose="020B0609020204030204" pitchFamily="49" charset="0"/>
              </a:rPr>
              <a:t>x = 1</a:t>
            </a:r>
          </a:p>
          <a:p>
            <a:pPr algn="just"/>
            <a:r>
              <a:rPr lang="en-US" sz="3600" dirty="0">
                <a:latin typeface="Consolas" panose="020B0609020204030204" pitchFamily="49" charset="0"/>
              </a:rPr>
              <a:t>x = 3.5</a:t>
            </a:r>
          </a:p>
          <a:p>
            <a:pPr algn="just"/>
            <a:r>
              <a:rPr lang="en-US" sz="3600" dirty="0">
                <a:latin typeface="Consolas" panose="020B0609020204030204" pitchFamily="49" charset="0"/>
              </a:rPr>
              <a:t>x = 5 + 3j</a:t>
            </a:r>
          </a:p>
          <a:p>
            <a:pPr algn="just"/>
            <a:endParaRPr lang="en-PH" sz="3600" b="1" dirty="0">
              <a:latin typeface="Consolas" panose="020B0609020204030204" pitchFamily="49" charset="0"/>
            </a:endParaRPr>
          </a:p>
        </p:txBody>
      </p:sp>
    </p:spTree>
    <p:extLst>
      <p:ext uri="{BB962C8B-B14F-4D97-AF65-F5344CB8AC3E}">
        <p14:creationId xmlns:p14="http://schemas.microsoft.com/office/powerpoint/2010/main" val="282908807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790D8E-37BC-5EDF-0655-7C7463D1D641}"/>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12ED3B31-7D19-9BD5-819F-EC3FF06D8310}"/>
              </a:ext>
            </a:extLst>
          </p:cNvPr>
          <p:cNvGrpSpPr/>
          <p:nvPr/>
        </p:nvGrpSpPr>
        <p:grpSpPr>
          <a:xfrm>
            <a:off x="15240000" y="7086600"/>
            <a:ext cx="3200400" cy="3200400"/>
            <a:chOff x="0" y="0"/>
            <a:chExt cx="10022021" cy="9446043"/>
          </a:xfrm>
        </p:grpSpPr>
        <p:sp>
          <p:nvSpPr>
            <p:cNvPr id="3" name="Freeform 3">
              <a:extLst>
                <a:ext uri="{FF2B5EF4-FFF2-40B4-BE49-F238E27FC236}">
                  <a16:creationId xmlns:a16="http://schemas.microsoft.com/office/drawing/2014/main" id="{A396258A-8705-D771-F5A1-5381D226430F}"/>
                </a:ext>
              </a:extLst>
            </p:cNvPr>
            <p:cNvSpPr/>
            <p:nvPr/>
          </p:nvSpPr>
          <p:spPr>
            <a:xfrm>
              <a:off x="0" y="0"/>
              <a:ext cx="10022021" cy="9446043"/>
            </a:xfrm>
            <a:custGeom>
              <a:avLst/>
              <a:gdLst/>
              <a:ahLst/>
              <a:cxnLst/>
              <a:rect l="l" t="t" r="r" b="b"/>
              <a:pathLst>
                <a:path w="10022021" h="9446043">
                  <a:moveTo>
                    <a:pt x="0" y="0"/>
                  </a:moveTo>
                  <a:lnTo>
                    <a:pt x="10022021" y="0"/>
                  </a:lnTo>
                  <a:lnTo>
                    <a:pt x="10022021" y="9446043"/>
                  </a:lnTo>
                  <a:lnTo>
                    <a:pt x="0" y="9446043"/>
                  </a:lnTo>
                  <a:lnTo>
                    <a:pt x="0" y="0"/>
                  </a:lnTo>
                  <a:close/>
                </a:path>
              </a:pathLst>
            </a:custGeom>
            <a:blipFill>
              <a:blip r:embed="rId3">
                <a:alphaModFix amt="5000"/>
              </a:blip>
              <a:stretch>
                <a:fillRect/>
              </a:stretch>
            </a:blipFill>
          </p:spPr>
          <p:txBody>
            <a:bodyPr/>
            <a:lstStyle/>
            <a:p>
              <a:endParaRPr lang="en-PH"/>
            </a:p>
          </p:txBody>
        </p:sp>
        <p:sp>
          <p:nvSpPr>
            <p:cNvPr id="4" name="Freeform 4">
              <a:extLst>
                <a:ext uri="{FF2B5EF4-FFF2-40B4-BE49-F238E27FC236}">
                  <a16:creationId xmlns:a16="http://schemas.microsoft.com/office/drawing/2014/main" id="{785CF432-306D-2E5D-E4FA-3D5D03015CD0}"/>
                </a:ext>
              </a:extLst>
            </p:cNvPr>
            <p:cNvSpPr/>
            <p:nvPr/>
          </p:nvSpPr>
          <p:spPr>
            <a:xfrm>
              <a:off x="0" y="0"/>
              <a:ext cx="10022021" cy="9446043"/>
            </a:xfrm>
            <a:custGeom>
              <a:avLst/>
              <a:gdLst/>
              <a:ahLst/>
              <a:cxnLst/>
              <a:rect l="l" t="t" r="r" b="b"/>
              <a:pathLst>
                <a:path w="10022021" h="9446043">
                  <a:moveTo>
                    <a:pt x="0" y="0"/>
                  </a:moveTo>
                  <a:lnTo>
                    <a:pt x="10022021" y="0"/>
                  </a:lnTo>
                  <a:lnTo>
                    <a:pt x="10022021" y="9446043"/>
                  </a:lnTo>
                  <a:lnTo>
                    <a:pt x="0" y="9446043"/>
                  </a:lnTo>
                  <a:lnTo>
                    <a:pt x="0" y="0"/>
                  </a:lnTo>
                  <a:close/>
                </a:path>
              </a:pathLst>
            </a:custGeom>
            <a:blipFill>
              <a:blip r:embed="rId3">
                <a:alphaModFix amt="5000"/>
              </a:blip>
              <a:stretch>
                <a:fillRect/>
              </a:stretch>
            </a:blipFill>
          </p:spPr>
          <p:txBody>
            <a:bodyPr/>
            <a:lstStyle/>
            <a:p>
              <a:endParaRPr lang="en-PH"/>
            </a:p>
          </p:txBody>
        </p:sp>
        <p:sp>
          <p:nvSpPr>
            <p:cNvPr id="5" name="Freeform 5">
              <a:extLst>
                <a:ext uri="{FF2B5EF4-FFF2-40B4-BE49-F238E27FC236}">
                  <a16:creationId xmlns:a16="http://schemas.microsoft.com/office/drawing/2014/main" id="{3A5BC53E-7E87-E9A8-FFCA-3D1934BDE23F}"/>
                </a:ext>
              </a:extLst>
            </p:cNvPr>
            <p:cNvSpPr/>
            <p:nvPr/>
          </p:nvSpPr>
          <p:spPr>
            <a:xfrm>
              <a:off x="0" y="0"/>
              <a:ext cx="10022021" cy="9446043"/>
            </a:xfrm>
            <a:custGeom>
              <a:avLst/>
              <a:gdLst/>
              <a:ahLst/>
              <a:cxnLst/>
              <a:rect l="l" t="t" r="r" b="b"/>
              <a:pathLst>
                <a:path w="10022021" h="9446043">
                  <a:moveTo>
                    <a:pt x="0" y="0"/>
                  </a:moveTo>
                  <a:lnTo>
                    <a:pt x="10022021" y="0"/>
                  </a:lnTo>
                  <a:lnTo>
                    <a:pt x="10022021" y="9446043"/>
                  </a:lnTo>
                  <a:lnTo>
                    <a:pt x="0" y="9446043"/>
                  </a:lnTo>
                  <a:lnTo>
                    <a:pt x="0" y="0"/>
                  </a:lnTo>
                  <a:close/>
                </a:path>
              </a:pathLst>
            </a:custGeom>
            <a:blipFill>
              <a:blip r:embed="rId3">
                <a:alphaModFix amt="5000"/>
              </a:blip>
              <a:stretch>
                <a:fillRect/>
              </a:stretch>
            </a:blipFill>
          </p:spPr>
          <p:txBody>
            <a:bodyPr/>
            <a:lstStyle/>
            <a:p>
              <a:endParaRPr lang="en-PH"/>
            </a:p>
          </p:txBody>
        </p:sp>
      </p:grpSp>
      <p:sp>
        <p:nvSpPr>
          <p:cNvPr id="20" name="Freeform 20">
            <a:extLst>
              <a:ext uri="{FF2B5EF4-FFF2-40B4-BE49-F238E27FC236}">
                <a16:creationId xmlns:a16="http://schemas.microsoft.com/office/drawing/2014/main" id="{D272B36F-C1B3-B602-3F9F-8D14AFCAB5D3}"/>
              </a:ext>
            </a:extLst>
          </p:cNvPr>
          <p:cNvSpPr/>
          <p:nvPr/>
        </p:nvSpPr>
        <p:spPr>
          <a:xfrm>
            <a:off x="16022831" y="9062992"/>
            <a:ext cx="2228298" cy="1222779"/>
          </a:xfrm>
          <a:custGeom>
            <a:avLst/>
            <a:gdLst/>
            <a:ahLst/>
            <a:cxnLst/>
            <a:rect l="l" t="t" r="r" b="b"/>
            <a:pathLst>
              <a:path w="2228298" h="1222779">
                <a:moveTo>
                  <a:pt x="0" y="0"/>
                </a:moveTo>
                <a:lnTo>
                  <a:pt x="2228298" y="0"/>
                </a:lnTo>
                <a:lnTo>
                  <a:pt x="2228298" y="1222779"/>
                </a:lnTo>
                <a:lnTo>
                  <a:pt x="0" y="122277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PH"/>
          </a:p>
        </p:txBody>
      </p:sp>
      <p:pic>
        <p:nvPicPr>
          <p:cNvPr id="19" name="Picture 18" descr="A blue and orange square&#10;&#10;Description automatically generated">
            <a:extLst>
              <a:ext uri="{FF2B5EF4-FFF2-40B4-BE49-F238E27FC236}">
                <a16:creationId xmlns:a16="http://schemas.microsoft.com/office/drawing/2014/main" id="{BEDB1E9F-8055-326D-6E43-FA409E362127}"/>
              </a:ext>
            </a:extLst>
          </p:cNvPr>
          <p:cNvPicPr>
            <a:picLocks noChangeAspect="1"/>
          </p:cNvPicPr>
          <p:nvPr/>
        </p:nvPicPr>
        <p:blipFill rotWithShape="1">
          <a:blip r:embed="rId6" cstate="print">
            <a:alphaModFix amt="50000"/>
            <a:extLst>
              <a:ext uri="{28A0092B-C50C-407E-A947-70E740481C1C}">
                <a14:useLocalDpi xmlns:a14="http://schemas.microsoft.com/office/drawing/2010/main" val="0"/>
              </a:ext>
            </a:extLst>
          </a:blip>
          <a:srcRect l="10012"/>
          <a:stretch/>
        </p:blipFill>
        <p:spPr>
          <a:xfrm>
            <a:off x="-11723" y="0"/>
            <a:ext cx="18251129" cy="2095500"/>
          </a:xfrm>
          <a:prstGeom prst="rect">
            <a:avLst/>
          </a:prstGeom>
        </p:spPr>
      </p:pic>
      <p:sp>
        <p:nvSpPr>
          <p:cNvPr id="21" name="TextBox 28">
            <a:extLst>
              <a:ext uri="{FF2B5EF4-FFF2-40B4-BE49-F238E27FC236}">
                <a16:creationId xmlns:a16="http://schemas.microsoft.com/office/drawing/2014/main" id="{9966A9F3-91F9-E76A-9D4C-1A6F57BB0181}"/>
              </a:ext>
            </a:extLst>
          </p:cNvPr>
          <p:cNvSpPr txBox="1"/>
          <p:nvPr/>
        </p:nvSpPr>
        <p:spPr>
          <a:xfrm>
            <a:off x="749993" y="-15883"/>
            <a:ext cx="16381125" cy="1399037"/>
          </a:xfrm>
          <a:prstGeom prst="rect">
            <a:avLst/>
          </a:prstGeom>
        </p:spPr>
        <p:txBody>
          <a:bodyPr wrap="square" lIns="0" tIns="0" rIns="0" bIns="0" rtlCol="0" anchor="t">
            <a:spAutoFit/>
          </a:bodyPr>
          <a:lstStyle/>
          <a:p>
            <a:pPr>
              <a:lnSpc>
                <a:spcPts val="12857"/>
              </a:lnSpc>
            </a:pPr>
            <a:r>
              <a:rPr lang="en-US" sz="4800" i="1" spc="-360" dirty="0">
                <a:ln>
                  <a:solidFill>
                    <a:schemeClr val="tx1"/>
                  </a:solidFill>
                </a:ln>
                <a:solidFill>
                  <a:schemeClr val="bg1"/>
                </a:solidFill>
                <a:latin typeface="Consolas" panose="020B0609020204030204" pitchFamily="49" charset="0"/>
                <a:ea typeface="Cambria" panose="02040503050406030204" pitchFamily="18" charset="0"/>
              </a:rPr>
              <a:t>Python Data Types</a:t>
            </a:r>
          </a:p>
        </p:txBody>
      </p:sp>
      <p:sp>
        <p:nvSpPr>
          <p:cNvPr id="6" name="TextBox 5">
            <a:extLst>
              <a:ext uri="{FF2B5EF4-FFF2-40B4-BE49-F238E27FC236}">
                <a16:creationId xmlns:a16="http://schemas.microsoft.com/office/drawing/2014/main" id="{DC8CF40E-576E-C333-56D4-DB1AE59BC1EB}"/>
              </a:ext>
            </a:extLst>
          </p:cNvPr>
          <p:cNvSpPr txBox="1"/>
          <p:nvPr/>
        </p:nvSpPr>
        <p:spPr>
          <a:xfrm>
            <a:off x="637059" y="2277070"/>
            <a:ext cx="16953563" cy="7294305"/>
          </a:xfrm>
          <a:prstGeom prst="rect">
            <a:avLst/>
          </a:prstGeom>
          <a:noFill/>
        </p:spPr>
        <p:txBody>
          <a:bodyPr wrap="square">
            <a:spAutoFit/>
          </a:bodyPr>
          <a:lstStyle/>
          <a:p>
            <a:pPr algn="just"/>
            <a:r>
              <a:rPr lang="en-US" sz="3600" b="1" dirty="0">
                <a:latin typeface="Consolas" panose="020B0609020204030204" pitchFamily="49" charset="0"/>
              </a:rPr>
              <a:t>3. Collection type - </a:t>
            </a:r>
            <a:r>
              <a:rPr lang="en-US" sz="3600" dirty="0">
                <a:latin typeface="Consolas" panose="020B0609020204030204" pitchFamily="49" charset="0"/>
              </a:rPr>
              <a:t>Are used to store multiple items in a single variable.</a:t>
            </a:r>
          </a:p>
          <a:p>
            <a:pPr algn="just"/>
            <a:r>
              <a:rPr lang="en-US" sz="3600" b="1" dirty="0">
                <a:latin typeface="Consolas" panose="020B0609020204030204" pitchFamily="49" charset="0"/>
              </a:rPr>
              <a:t>Types: list, tuple, set, </a:t>
            </a:r>
            <a:r>
              <a:rPr lang="en-US" sz="3600" b="1" dirty="0" err="1">
                <a:latin typeface="Consolas" panose="020B0609020204030204" pitchFamily="49" charset="0"/>
              </a:rPr>
              <a:t>dict</a:t>
            </a:r>
            <a:endParaRPr lang="en-US" sz="3600" b="1" dirty="0">
              <a:latin typeface="Consolas" panose="020B0609020204030204" pitchFamily="49" charset="0"/>
            </a:endParaRPr>
          </a:p>
          <a:p>
            <a:pPr algn="just"/>
            <a:r>
              <a:rPr lang="en-US" sz="3600" b="1" dirty="0">
                <a:latin typeface="Consolas" panose="020B0609020204030204" pitchFamily="49" charset="0"/>
              </a:rPr>
              <a:t>Example:</a:t>
            </a:r>
          </a:p>
          <a:p>
            <a:pPr algn="just"/>
            <a:r>
              <a:rPr lang="en-US" sz="3600" dirty="0" err="1">
                <a:latin typeface="Consolas" panose="020B0609020204030204" pitchFamily="49" charset="0"/>
              </a:rPr>
              <a:t>myList</a:t>
            </a:r>
            <a:r>
              <a:rPr lang="en-US" sz="3600" dirty="0">
                <a:latin typeface="Consolas" panose="020B0609020204030204" pitchFamily="49" charset="0"/>
              </a:rPr>
              <a:t> = [1, 2, 3, 4, 5, </a:t>
            </a:r>
            <a:r>
              <a:rPr lang="en-PH" sz="3600" dirty="0">
                <a:latin typeface="Consolas" panose="020B0609020204030204" pitchFamily="49" charset="0"/>
              </a:rPr>
              <a:t>"a", "b"</a:t>
            </a:r>
            <a:r>
              <a:rPr lang="en-US" sz="3600" dirty="0">
                <a:latin typeface="Consolas" panose="020B0609020204030204" pitchFamily="49" charset="0"/>
              </a:rPr>
              <a:t>]</a:t>
            </a:r>
          </a:p>
          <a:p>
            <a:pPr algn="just"/>
            <a:r>
              <a:rPr lang="en-US" sz="3600" dirty="0" err="1">
                <a:latin typeface="Consolas" panose="020B0609020204030204" pitchFamily="49" charset="0"/>
              </a:rPr>
              <a:t>myTuple</a:t>
            </a:r>
            <a:r>
              <a:rPr lang="en-US" sz="3600" dirty="0">
                <a:latin typeface="Consolas" panose="020B0609020204030204" pitchFamily="49" charset="0"/>
              </a:rPr>
              <a:t> = (1, 2, 3)</a:t>
            </a:r>
          </a:p>
          <a:p>
            <a:pPr algn="just"/>
            <a:r>
              <a:rPr lang="en-US" sz="3600" dirty="0" err="1">
                <a:latin typeface="Consolas" panose="020B0609020204030204" pitchFamily="49" charset="0"/>
              </a:rPr>
              <a:t>mySet</a:t>
            </a:r>
            <a:r>
              <a:rPr lang="en-US" sz="3600" dirty="0">
                <a:latin typeface="Consolas" panose="020B0609020204030204" pitchFamily="49" charset="0"/>
              </a:rPr>
              <a:t> = {1, 2, 3}</a:t>
            </a:r>
          </a:p>
          <a:p>
            <a:pPr algn="just"/>
            <a:r>
              <a:rPr lang="en-US" sz="3600" dirty="0" err="1">
                <a:latin typeface="Consolas" panose="020B0609020204030204" pitchFamily="49" charset="0"/>
              </a:rPr>
              <a:t>myDictionary</a:t>
            </a:r>
            <a:r>
              <a:rPr lang="en-US" sz="3600" dirty="0">
                <a:latin typeface="Consolas" panose="020B0609020204030204" pitchFamily="49" charset="0"/>
              </a:rPr>
              <a:t> = {</a:t>
            </a:r>
            <a:r>
              <a:rPr lang="en-PH" sz="3600" dirty="0">
                <a:latin typeface="Consolas" panose="020B0609020204030204" pitchFamily="49" charset="0"/>
              </a:rPr>
              <a:t>"key1" : "value1" , "key2" : "value2"}</a:t>
            </a:r>
          </a:p>
          <a:p>
            <a:pPr algn="just"/>
            <a:endParaRPr lang="en-PH" sz="3600" dirty="0">
              <a:latin typeface="Consolas" panose="020B0609020204030204" pitchFamily="49" charset="0"/>
            </a:endParaRPr>
          </a:p>
          <a:p>
            <a:pPr algn="just"/>
            <a:r>
              <a:rPr lang="en-PH" sz="3600" b="1" dirty="0">
                <a:latin typeface="Consolas" panose="020B0609020204030204" pitchFamily="49" charset="0"/>
              </a:rPr>
              <a:t>4. Boolean type - </a:t>
            </a:r>
            <a:r>
              <a:rPr lang="en-US" sz="3600" dirty="0">
                <a:latin typeface="Consolas" panose="020B0609020204030204" pitchFamily="49" charset="0"/>
              </a:rPr>
              <a:t>Represent one of two values: True or False.</a:t>
            </a:r>
          </a:p>
          <a:p>
            <a:pPr algn="just"/>
            <a:r>
              <a:rPr lang="en-US" sz="3600" b="1" dirty="0">
                <a:latin typeface="Consolas" panose="020B0609020204030204" pitchFamily="49" charset="0"/>
              </a:rPr>
              <a:t>Types: bool</a:t>
            </a:r>
          </a:p>
          <a:p>
            <a:pPr algn="just"/>
            <a:r>
              <a:rPr lang="en-US" sz="3600" b="1" dirty="0">
                <a:latin typeface="Consolas" panose="020B0609020204030204" pitchFamily="49" charset="0"/>
              </a:rPr>
              <a:t>Example:</a:t>
            </a:r>
          </a:p>
          <a:p>
            <a:pPr algn="just"/>
            <a:r>
              <a:rPr lang="en-US" sz="3600" dirty="0">
                <a:latin typeface="Consolas" panose="020B0609020204030204" pitchFamily="49" charset="0"/>
              </a:rPr>
              <a:t>flag = True</a:t>
            </a:r>
            <a:endParaRPr lang="en-PH" sz="3600" b="1" dirty="0">
              <a:latin typeface="Consolas" panose="020B0609020204030204" pitchFamily="49" charset="0"/>
            </a:endParaRPr>
          </a:p>
        </p:txBody>
      </p:sp>
    </p:spTree>
    <p:extLst>
      <p:ext uri="{BB962C8B-B14F-4D97-AF65-F5344CB8AC3E}">
        <p14:creationId xmlns:p14="http://schemas.microsoft.com/office/powerpoint/2010/main" val="383662933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C03178-ADCC-A22E-9FCE-9CA1B05B8245}"/>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57F2122B-1445-5D3B-EB28-C2230BE0B19E}"/>
              </a:ext>
            </a:extLst>
          </p:cNvPr>
          <p:cNvGrpSpPr/>
          <p:nvPr/>
        </p:nvGrpSpPr>
        <p:grpSpPr>
          <a:xfrm>
            <a:off x="15240000" y="7086600"/>
            <a:ext cx="3200400" cy="3200400"/>
            <a:chOff x="0" y="0"/>
            <a:chExt cx="10022021" cy="9446043"/>
          </a:xfrm>
        </p:grpSpPr>
        <p:sp>
          <p:nvSpPr>
            <p:cNvPr id="3" name="Freeform 3">
              <a:extLst>
                <a:ext uri="{FF2B5EF4-FFF2-40B4-BE49-F238E27FC236}">
                  <a16:creationId xmlns:a16="http://schemas.microsoft.com/office/drawing/2014/main" id="{C49742EB-EEA3-3F85-06C6-7263353DDA51}"/>
                </a:ext>
              </a:extLst>
            </p:cNvPr>
            <p:cNvSpPr/>
            <p:nvPr/>
          </p:nvSpPr>
          <p:spPr>
            <a:xfrm>
              <a:off x="0" y="0"/>
              <a:ext cx="10022021" cy="9446043"/>
            </a:xfrm>
            <a:custGeom>
              <a:avLst/>
              <a:gdLst/>
              <a:ahLst/>
              <a:cxnLst/>
              <a:rect l="l" t="t" r="r" b="b"/>
              <a:pathLst>
                <a:path w="10022021" h="9446043">
                  <a:moveTo>
                    <a:pt x="0" y="0"/>
                  </a:moveTo>
                  <a:lnTo>
                    <a:pt x="10022021" y="0"/>
                  </a:lnTo>
                  <a:lnTo>
                    <a:pt x="10022021" y="9446043"/>
                  </a:lnTo>
                  <a:lnTo>
                    <a:pt x="0" y="9446043"/>
                  </a:lnTo>
                  <a:lnTo>
                    <a:pt x="0" y="0"/>
                  </a:lnTo>
                  <a:close/>
                </a:path>
              </a:pathLst>
            </a:custGeom>
            <a:blipFill>
              <a:blip r:embed="rId3">
                <a:alphaModFix amt="5000"/>
              </a:blip>
              <a:stretch>
                <a:fillRect/>
              </a:stretch>
            </a:blipFill>
          </p:spPr>
          <p:txBody>
            <a:bodyPr/>
            <a:lstStyle/>
            <a:p>
              <a:endParaRPr lang="en-PH"/>
            </a:p>
          </p:txBody>
        </p:sp>
        <p:sp>
          <p:nvSpPr>
            <p:cNvPr id="4" name="Freeform 4">
              <a:extLst>
                <a:ext uri="{FF2B5EF4-FFF2-40B4-BE49-F238E27FC236}">
                  <a16:creationId xmlns:a16="http://schemas.microsoft.com/office/drawing/2014/main" id="{2DA70BB3-4A61-FB39-5E87-2E986F94C470}"/>
                </a:ext>
              </a:extLst>
            </p:cNvPr>
            <p:cNvSpPr/>
            <p:nvPr/>
          </p:nvSpPr>
          <p:spPr>
            <a:xfrm>
              <a:off x="0" y="0"/>
              <a:ext cx="10022021" cy="9446043"/>
            </a:xfrm>
            <a:custGeom>
              <a:avLst/>
              <a:gdLst/>
              <a:ahLst/>
              <a:cxnLst/>
              <a:rect l="l" t="t" r="r" b="b"/>
              <a:pathLst>
                <a:path w="10022021" h="9446043">
                  <a:moveTo>
                    <a:pt x="0" y="0"/>
                  </a:moveTo>
                  <a:lnTo>
                    <a:pt x="10022021" y="0"/>
                  </a:lnTo>
                  <a:lnTo>
                    <a:pt x="10022021" y="9446043"/>
                  </a:lnTo>
                  <a:lnTo>
                    <a:pt x="0" y="9446043"/>
                  </a:lnTo>
                  <a:lnTo>
                    <a:pt x="0" y="0"/>
                  </a:lnTo>
                  <a:close/>
                </a:path>
              </a:pathLst>
            </a:custGeom>
            <a:blipFill>
              <a:blip r:embed="rId3">
                <a:alphaModFix amt="5000"/>
              </a:blip>
              <a:stretch>
                <a:fillRect/>
              </a:stretch>
            </a:blipFill>
          </p:spPr>
          <p:txBody>
            <a:bodyPr/>
            <a:lstStyle/>
            <a:p>
              <a:endParaRPr lang="en-PH"/>
            </a:p>
          </p:txBody>
        </p:sp>
        <p:sp>
          <p:nvSpPr>
            <p:cNvPr id="5" name="Freeform 5">
              <a:extLst>
                <a:ext uri="{FF2B5EF4-FFF2-40B4-BE49-F238E27FC236}">
                  <a16:creationId xmlns:a16="http://schemas.microsoft.com/office/drawing/2014/main" id="{630A714B-E9B1-0A10-66E9-E60A99CB47D3}"/>
                </a:ext>
              </a:extLst>
            </p:cNvPr>
            <p:cNvSpPr/>
            <p:nvPr/>
          </p:nvSpPr>
          <p:spPr>
            <a:xfrm>
              <a:off x="0" y="0"/>
              <a:ext cx="10022021" cy="9446043"/>
            </a:xfrm>
            <a:custGeom>
              <a:avLst/>
              <a:gdLst/>
              <a:ahLst/>
              <a:cxnLst/>
              <a:rect l="l" t="t" r="r" b="b"/>
              <a:pathLst>
                <a:path w="10022021" h="9446043">
                  <a:moveTo>
                    <a:pt x="0" y="0"/>
                  </a:moveTo>
                  <a:lnTo>
                    <a:pt x="10022021" y="0"/>
                  </a:lnTo>
                  <a:lnTo>
                    <a:pt x="10022021" y="9446043"/>
                  </a:lnTo>
                  <a:lnTo>
                    <a:pt x="0" y="9446043"/>
                  </a:lnTo>
                  <a:lnTo>
                    <a:pt x="0" y="0"/>
                  </a:lnTo>
                  <a:close/>
                </a:path>
              </a:pathLst>
            </a:custGeom>
            <a:blipFill>
              <a:blip r:embed="rId3">
                <a:alphaModFix amt="5000"/>
              </a:blip>
              <a:stretch>
                <a:fillRect/>
              </a:stretch>
            </a:blipFill>
          </p:spPr>
          <p:txBody>
            <a:bodyPr/>
            <a:lstStyle/>
            <a:p>
              <a:endParaRPr lang="en-PH"/>
            </a:p>
          </p:txBody>
        </p:sp>
      </p:grpSp>
      <p:sp>
        <p:nvSpPr>
          <p:cNvPr id="20" name="Freeform 20">
            <a:extLst>
              <a:ext uri="{FF2B5EF4-FFF2-40B4-BE49-F238E27FC236}">
                <a16:creationId xmlns:a16="http://schemas.microsoft.com/office/drawing/2014/main" id="{5F3FBD1B-F157-7ED2-C9EB-165257908371}"/>
              </a:ext>
            </a:extLst>
          </p:cNvPr>
          <p:cNvSpPr/>
          <p:nvPr/>
        </p:nvSpPr>
        <p:spPr>
          <a:xfrm>
            <a:off x="16022831" y="9062992"/>
            <a:ext cx="2228298" cy="1222779"/>
          </a:xfrm>
          <a:custGeom>
            <a:avLst/>
            <a:gdLst/>
            <a:ahLst/>
            <a:cxnLst/>
            <a:rect l="l" t="t" r="r" b="b"/>
            <a:pathLst>
              <a:path w="2228298" h="1222779">
                <a:moveTo>
                  <a:pt x="0" y="0"/>
                </a:moveTo>
                <a:lnTo>
                  <a:pt x="2228298" y="0"/>
                </a:lnTo>
                <a:lnTo>
                  <a:pt x="2228298" y="1222779"/>
                </a:lnTo>
                <a:lnTo>
                  <a:pt x="0" y="122277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PH"/>
          </a:p>
        </p:txBody>
      </p:sp>
      <p:pic>
        <p:nvPicPr>
          <p:cNvPr id="19" name="Picture 18" descr="A blue and orange square&#10;&#10;Description automatically generated">
            <a:extLst>
              <a:ext uri="{FF2B5EF4-FFF2-40B4-BE49-F238E27FC236}">
                <a16:creationId xmlns:a16="http://schemas.microsoft.com/office/drawing/2014/main" id="{20C87E7D-0957-DB80-7FB5-3D24C55FA53F}"/>
              </a:ext>
            </a:extLst>
          </p:cNvPr>
          <p:cNvPicPr>
            <a:picLocks noChangeAspect="1"/>
          </p:cNvPicPr>
          <p:nvPr/>
        </p:nvPicPr>
        <p:blipFill rotWithShape="1">
          <a:blip r:embed="rId6" cstate="print">
            <a:alphaModFix amt="50000"/>
            <a:extLst>
              <a:ext uri="{28A0092B-C50C-407E-A947-70E740481C1C}">
                <a14:useLocalDpi xmlns:a14="http://schemas.microsoft.com/office/drawing/2010/main" val="0"/>
              </a:ext>
            </a:extLst>
          </a:blip>
          <a:srcRect l="10012"/>
          <a:stretch/>
        </p:blipFill>
        <p:spPr>
          <a:xfrm>
            <a:off x="-11723" y="0"/>
            <a:ext cx="18251129" cy="2095500"/>
          </a:xfrm>
          <a:prstGeom prst="rect">
            <a:avLst/>
          </a:prstGeom>
        </p:spPr>
      </p:pic>
      <p:sp>
        <p:nvSpPr>
          <p:cNvPr id="21" name="TextBox 28">
            <a:extLst>
              <a:ext uri="{FF2B5EF4-FFF2-40B4-BE49-F238E27FC236}">
                <a16:creationId xmlns:a16="http://schemas.microsoft.com/office/drawing/2014/main" id="{48FF10DE-36C7-BF5F-9D96-C79E3FBB7DB0}"/>
              </a:ext>
            </a:extLst>
          </p:cNvPr>
          <p:cNvSpPr txBox="1"/>
          <p:nvPr/>
        </p:nvSpPr>
        <p:spPr>
          <a:xfrm>
            <a:off x="749993" y="-15883"/>
            <a:ext cx="16381125" cy="1399037"/>
          </a:xfrm>
          <a:prstGeom prst="rect">
            <a:avLst/>
          </a:prstGeom>
        </p:spPr>
        <p:txBody>
          <a:bodyPr wrap="square" lIns="0" tIns="0" rIns="0" bIns="0" rtlCol="0" anchor="t">
            <a:spAutoFit/>
          </a:bodyPr>
          <a:lstStyle/>
          <a:p>
            <a:pPr>
              <a:lnSpc>
                <a:spcPts val="12857"/>
              </a:lnSpc>
            </a:pPr>
            <a:r>
              <a:rPr lang="en-US" sz="4800" i="1" spc="-360" dirty="0">
                <a:ln>
                  <a:solidFill>
                    <a:schemeClr val="tx1"/>
                  </a:solidFill>
                </a:ln>
                <a:solidFill>
                  <a:schemeClr val="bg1"/>
                </a:solidFill>
                <a:latin typeface="Consolas" panose="020B0609020204030204" pitchFamily="49" charset="0"/>
                <a:ea typeface="Cambria" panose="02040503050406030204" pitchFamily="18" charset="0"/>
              </a:rPr>
              <a:t>Python Data Types</a:t>
            </a:r>
          </a:p>
        </p:txBody>
      </p:sp>
      <p:sp>
        <p:nvSpPr>
          <p:cNvPr id="6" name="TextBox 5">
            <a:extLst>
              <a:ext uri="{FF2B5EF4-FFF2-40B4-BE49-F238E27FC236}">
                <a16:creationId xmlns:a16="http://schemas.microsoft.com/office/drawing/2014/main" id="{7F32FE0D-0DE6-8251-88CD-9758178A9DB7}"/>
              </a:ext>
            </a:extLst>
          </p:cNvPr>
          <p:cNvSpPr txBox="1"/>
          <p:nvPr/>
        </p:nvSpPr>
        <p:spPr>
          <a:xfrm>
            <a:off x="637059" y="2277070"/>
            <a:ext cx="16953563" cy="2862322"/>
          </a:xfrm>
          <a:prstGeom prst="rect">
            <a:avLst/>
          </a:prstGeom>
          <a:noFill/>
        </p:spPr>
        <p:txBody>
          <a:bodyPr wrap="square">
            <a:spAutoFit/>
          </a:bodyPr>
          <a:lstStyle/>
          <a:p>
            <a:pPr algn="just"/>
            <a:r>
              <a:rPr lang="en-US" sz="3600" b="1" dirty="0">
                <a:latin typeface="Consolas" panose="020B0609020204030204" pitchFamily="49" charset="0"/>
              </a:rPr>
              <a:t>5. None type - </a:t>
            </a:r>
            <a:r>
              <a:rPr lang="en-US" sz="3600" dirty="0">
                <a:latin typeface="Consolas" panose="020B0609020204030204" pitchFamily="49" charset="0"/>
              </a:rPr>
              <a:t>A data type that simply shows that an object has no value/has a value of None.</a:t>
            </a:r>
          </a:p>
          <a:p>
            <a:pPr algn="just"/>
            <a:r>
              <a:rPr lang="en-US" sz="3600" b="1" dirty="0">
                <a:latin typeface="Consolas" panose="020B0609020204030204" pitchFamily="49" charset="0"/>
              </a:rPr>
              <a:t>Types: </a:t>
            </a:r>
            <a:r>
              <a:rPr lang="en-US" sz="3600" b="1" dirty="0" err="1">
                <a:latin typeface="Consolas" panose="020B0609020204030204" pitchFamily="49" charset="0"/>
              </a:rPr>
              <a:t>NoneType</a:t>
            </a:r>
            <a:endParaRPr lang="en-US" sz="3600" b="1" dirty="0">
              <a:latin typeface="Consolas" panose="020B0609020204030204" pitchFamily="49" charset="0"/>
            </a:endParaRPr>
          </a:p>
          <a:p>
            <a:pPr algn="just"/>
            <a:r>
              <a:rPr lang="en-US" sz="3600" b="1" dirty="0">
                <a:latin typeface="Consolas" panose="020B0609020204030204" pitchFamily="49" charset="0"/>
              </a:rPr>
              <a:t>Example:</a:t>
            </a:r>
          </a:p>
          <a:p>
            <a:pPr algn="just"/>
            <a:r>
              <a:rPr lang="en-US" sz="3600" dirty="0">
                <a:latin typeface="Consolas" panose="020B0609020204030204" pitchFamily="49" charset="0"/>
              </a:rPr>
              <a:t>var1 = None</a:t>
            </a:r>
            <a:endParaRPr lang="en-PH" sz="3600" dirty="0">
              <a:latin typeface="Consolas" panose="020B0609020204030204" pitchFamily="49" charset="0"/>
            </a:endParaRPr>
          </a:p>
        </p:txBody>
      </p:sp>
    </p:spTree>
    <p:extLst>
      <p:ext uri="{BB962C8B-B14F-4D97-AF65-F5344CB8AC3E}">
        <p14:creationId xmlns:p14="http://schemas.microsoft.com/office/powerpoint/2010/main" val="345413207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4F5597-B0F8-78D8-39D0-49C8CC055809}"/>
            </a:ext>
          </a:extLst>
        </p:cNvPr>
        <p:cNvGrpSpPr/>
        <p:nvPr/>
      </p:nvGrpSpPr>
      <p:grpSpPr>
        <a:xfrm>
          <a:off x="0" y="0"/>
          <a:ext cx="0" cy="0"/>
          <a:chOff x="0" y="0"/>
          <a:chExt cx="0" cy="0"/>
        </a:xfrm>
      </p:grpSpPr>
      <p:pic>
        <p:nvPicPr>
          <p:cNvPr id="43" name="Picture 42" descr="A blue and orange square&#10;&#10;Description automatically generated">
            <a:extLst>
              <a:ext uri="{FF2B5EF4-FFF2-40B4-BE49-F238E27FC236}">
                <a16:creationId xmlns:a16="http://schemas.microsoft.com/office/drawing/2014/main" id="{B251F429-75CA-BC76-8C9E-90787194611F}"/>
              </a:ext>
            </a:extLst>
          </p:cNvPr>
          <p:cNvPicPr>
            <a:picLocks noChangeAspect="1"/>
          </p:cNvPicPr>
          <p:nvPr/>
        </p:nvPicPr>
        <p:blipFill rotWithShape="1">
          <a:blip r:embed="rId3">
            <a:alphaModFix amt="50000"/>
            <a:extLst>
              <a:ext uri="{28A0092B-C50C-407E-A947-70E740481C1C}">
                <a14:useLocalDpi xmlns:a14="http://schemas.microsoft.com/office/drawing/2010/main" val="0"/>
              </a:ext>
            </a:extLst>
          </a:blip>
          <a:srcRect l="10264" r="12208"/>
          <a:stretch/>
        </p:blipFill>
        <p:spPr>
          <a:xfrm>
            <a:off x="1" y="2939231"/>
            <a:ext cx="18287999" cy="4408536"/>
          </a:xfrm>
          <a:prstGeom prst="rect">
            <a:avLst/>
          </a:prstGeom>
        </p:spPr>
      </p:pic>
      <p:sp>
        <p:nvSpPr>
          <p:cNvPr id="20" name="Freeform 20">
            <a:extLst>
              <a:ext uri="{FF2B5EF4-FFF2-40B4-BE49-F238E27FC236}">
                <a16:creationId xmlns:a16="http://schemas.microsoft.com/office/drawing/2014/main" id="{70D10476-AC32-61E1-1CAB-5D3C80272517}"/>
              </a:ext>
            </a:extLst>
          </p:cNvPr>
          <p:cNvSpPr/>
          <p:nvPr/>
        </p:nvSpPr>
        <p:spPr>
          <a:xfrm>
            <a:off x="16022831" y="9062992"/>
            <a:ext cx="2228298" cy="1222779"/>
          </a:xfrm>
          <a:custGeom>
            <a:avLst/>
            <a:gdLst/>
            <a:ahLst/>
            <a:cxnLst/>
            <a:rect l="l" t="t" r="r" b="b"/>
            <a:pathLst>
              <a:path w="2228298" h="1222779">
                <a:moveTo>
                  <a:pt x="0" y="0"/>
                </a:moveTo>
                <a:lnTo>
                  <a:pt x="2228298" y="0"/>
                </a:lnTo>
                <a:lnTo>
                  <a:pt x="2228298" y="1222779"/>
                </a:lnTo>
                <a:lnTo>
                  <a:pt x="0" y="122277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PH"/>
          </a:p>
        </p:txBody>
      </p:sp>
      <p:sp>
        <p:nvSpPr>
          <p:cNvPr id="28" name="TextBox 28">
            <a:extLst>
              <a:ext uri="{FF2B5EF4-FFF2-40B4-BE49-F238E27FC236}">
                <a16:creationId xmlns:a16="http://schemas.microsoft.com/office/drawing/2014/main" id="{15E5F2C7-B925-9BFA-E066-19989B6CF789}"/>
              </a:ext>
            </a:extLst>
          </p:cNvPr>
          <p:cNvSpPr txBox="1"/>
          <p:nvPr/>
        </p:nvSpPr>
        <p:spPr>
          <a:xfrm>
            <a:off x="1144875" y="4404386"/>
            <a:ext cx="15998250" cy="1478225"/>
          </a:xfrm>
          <a:prstGeom prst="rect">
            <a:avLst/>
          </a:prstGeom>
        </p:spPr>
        <p:txBody>
          <a:bodyPr wrap="square" lIns="0" tIns="0" rIns="0" bIns="0" rtlCol="0" anchor="t">
            <a:spAutoFit/>
          </a:bodyPr>
          <a:lstStyle/>
          <a:p>
            <a:pPr algn="l">
              <a:lnSpc>
                <a:spcPts val="12857"/>
              </a:lnSpc>
            </a:pPr>
            <a:r>
              <a:rPr lang="en-US" sz="7200" spc="-360" dirty="0">
                <a:ln>
                  <a:solidFill>
                    <a:sysClr val="windowText" lastClr="000000"/>
                  </a:solidFill>
                </a:ln>
                <a:solidFill>
                  <a:schemeClr val="bg1"/>
                </a:solidFill>
                <a:latin typeface="Consolas" panose="020B0609020204030204" pitchFamily="49" charset="0"/>
              </a:rPr>
              <a:t>Lesson 2.3: Variables</a:t>
            </a:r>
          </a:p>
        </p:txBody>
      </p:sp>
      <p:grpSp>
        <p:nvGrpSpPr>
          <p:cNvPr id="34" name="Group 13">
            <a:extLst>
              <a:ext uri="{FF2B5EF4-FFF2-40B4-BE49-F238E27FC236}">
                <a16:creationId xmlns:a16="http://schemas.microsoft.com/office/drawing/2014/main" id="{3235F1D9-8CE5-007E-4B16-4F4CE32A398C}"/>
              </a:ext>
            </a:extLst>
          </p:cNvPr>
          <p:cNvGrpSpPr/>
          <p:nvPr/>
        </p:nvGrpSpPr>
        <p:grpSpPr>
          <a:xfrm>
            <a:off x="152400" y="211586"/>
            <a:ext cx="6840467" cy="1321138"/>
            <a:chOff x="0" y="0"/>
            <a:chExt cx="15396444" cy="3066458"/>
          </a:xfrm>
        </p:grpSpPr>
        <p:sp>
          <p:nvSpPr>
            <p:cNvPr id="35" name="Freeform 14">
              <a:extLst>
                <a:ext uri="{FF2B5EF4-FFF2-40B4-BE49-F238E27FC236}">
                  <a16:creationId xmlns:a16="http://schemas.microsoft.com/office/drawing/2014/main" id="{B8A9A566-0B03-160A-BF95-85B8B0B0A50B}"/>
                </a:ext>
              </a:extLst>
            </p:cNvPr>
            <p:cNvSpPr/>
            <p:nvPr/>
          </p:nvSpPr>
          <p:spPr>
            <a:xfrm>
              <a:off x="0" y="0"/>
              <a:ext cx="15396444" cy="3066458"/>
            </a:xfrm>
            <a:custGeom>
              <a:avLst/>
              <a:gdLst/>
              <a:ahLst/>
              <a:cxnLst/>
              <a:rect l="l" t="t" r="r" b="b"/>
              <a:pathLst>
                <a:path w="15396444" h="3066458">
                  <a:moveTo>
                    <a:pt x="0" y="0"/>
                  </a:moveTo>
                  <a:lnTo>
                    <a:pt x="15396444" y="0"/>
                  </a:lnTo>
                  <a:lnTo>
                    <a:pt x="15396444" y="3066458"/>
                  </a:lnTo>
                  <a:lnTo>
                    <a:pt x="0" y="3066458"/>
                  </a:lnTo>
                  <a:lnTo>
                    <a:pt x="0" y="0"/>
                  </a:lnTo>
                  <a:close/>
                </a:path>
              </a:pathLst>
            </a:custGeom>
            <a:blipFill>
              <a:blip r:embed="rId6"/>
              <a:stretch>
                <a:fillRect/>
              </a:stretch>
            </a:blipFill>
          </p:spPr>
          <p:txBody>
            <a:bodyPr/>
            <a:lstStyle/>
            <a:p>
              <a:endParaRPr lang="en-PH"/>
            </a:p>
          </p:txBody>
        </p:sp>
        <p:sp>
          <p:nvSpPr>
            <p:cNvPr id="36" name="Freeform 15">
              <a:extLst>
                <a:ext uri="{FF2B5EF4-FFF2-40B4-BE49-F238E27FC236}">
                  <a16:creationId xmlns:a16="http://schemas.microsoft.com/office/drawing/2014/main" id="{489084AB-4750-FA8E-BBA4-FA15DD6B103F}"/>
                </a:ext>
              </a:extLst>
            </p:cNvPr>
            <p:cNvSpPr/>
            <p:nvPr/>
          </p:nvSpPr>
          <p:spPr>
            <a:xfrm>
              <a:off x="0" y="0"/>
              <a:ext cx="15396444" cy="3066458"/>
            </a:xfrm>
            <a:custGeom>
              <a:avLst/>
              <a:gdLst/>
              <a:ahLst/>
              <a:cxnLst/>
              <a:rect l="l" t="t" r="r" b="b"/>
              <a:pathLst>
                <a:path w="15396444" h="3066458">
                  <a:moveTo>
                    <a:pt x="0" y="0"/>
                  </a:moveTo>
                  <a:lnTo>
                    <a:pt x="15396444" y="0"/>
                  </a:lnTo>
                  <a:lnTo>
                    <a:pt x="15396444" y="3066458"/>
                  </a:lnTo>
                  <a:lnTo>
                    <a:pt x="0" y="3066458"/>
                  </a:lnTo>
                  <a:lnTo>
                    <a:pt x="0" y="0"/>
                  </a:lnTo>
                  <a:close/>
                </a:path>
              </a:pathLst>
            </a:custGeom>
            <a:blipFill>
              <a:blip r:embed="rId6"/>
              <a:stretch>
                <a:fillRect/>
              </a:stretch>
            </a:blipFill>
          </p:spPr>
          <p:txBody>
            <a:bodyPr/>
            <a:lstStyle/>
            <a:p>
              <a:endParaRPr lang="en-PH"/>
            </a:p>
          </p:txBody>
        </p:sp>
        <p:sp>
          <p:nvSpPr>
            <p:cNvPr id="37" name="Freeform 16">
              <a:extLst>
                <a:ext uri="{FF2B5EF4-FFF2-40B4-BE49-F238E27FC236}">
                  <a16:creationId xmlns:a16="http://schemas.microsoft.com/office/drawing/2014/main" id="{EC678BD4-0145-D20F-1F4A-D96E2E7E4D80}"/>
                </a:ext>
              </a:extLst>
            </p:cNvPr>
            <p:cNvSpPr/>
            <p:nvPr/>
          </p:nvSpPr>
          <p:spPr>
            <a:xfrm>
              <a:off x="0" y="0"/>
              <a:ext cx="15396444" cy="3066458"/>
            </a:xfrm>
            <a:custGeom>
              <a:avLst/>
              <a:gdLst/>
              <a:ahLst/>
              <a:cxnLst/>
              <a:rect l="l" t="t" r="r" b="b"/>
              <a:pathLst>
                <a:path w="15396444" h="3066458">
                  <a:moveTo>
                    <a:pt x="0" y="0"/>
                  </a:moveTo>
                  <a:lnTo>
                    <a:pt x="15396444" y="0"/>
                  </a:lnTo>
                  <a:lnTo>
                    <a:pt x="15396444" y="3066458"/>
                  </a:lnTo>
                  <a:lnTo>
                    <a:pt x="0" y="3066458"/>
                  </a:lnTo>
                  <a:lnTo>
                    <a:pt x="0" y="0"/>
                  </a:lnTo>
                  <a:close/>
                </a:path>
              </a:pathLst>
            </a:custGeom>
            <a:blipFill>
              <a:blip r:embed="rId6"/>
              <a:stretch>
                <a:fillRect/>
              </a:stretch>
            </a:blipFill>
          </p:spPr>
          <p:txBody>
            <a:bodyPr/>
            <a:lstStyle/>
            <a:p>
              <a:endParaRPr lang="en-PH"/>
            </a:p>
          </p:txBody>
        </p:sp>
        <p:sp>
          <p:nvSpPr>
            <p:cNvPr id="38" name="Freeform 17">
              <a:extLst>
                <a:ext uri="{FF2B5EF4-FFF2-40B4-BE49-F238E27FC236}">
                  <a16:creationId xmlns:a16="http://schemas.microsoft.com/office/drawing/2014/main" id="{B8815F65-B957-BB57-82E9-015654477E77}"/>
                </a:ext>
              </a:extLst>
            </p:cNvPr>
            <p:cNvSpPr/>
            <p:nvPr/>
          </p:nvSpPr>
          <p:spPr>
            <a:xfrm>
              <a:off x="0" y="0"/>
              <a:ext cx="15396444" cy="3066458"/>
            </a:xfrm>
            <a:custGeom>
              <a:avLst/>
              <a:gdLst/>
              <a:ahLst/>
              <a:cxnLst/>
              <a:rect l="l" t="t" r="r" b="b"/>
              <a:pathLst>
                <a:path w="15396444" h="3066458">
                  <a:moveTo>
                    <a:pt x="0" y="0"/>
                  </a:moveTo>
                  <a:lnTo>
                    <a:pt x="15396444" y="0"/>
                  </a:lnTo>
                  <a:lnTo>
                    <a:pt x="15396444" y="3066458"/>
                  </a:lnTo>
                  <a:lnTo>
                    <a:pt x="0" y="3066458"/>
                  </a:lnTo>
                  <a:lnTo>
                    <a:pt x="0" y="0"/>
                  </a:lnTo>
                  <a:close/>
                </a:path>
              </a:pathLst>
            </a:custGeom>
            <a:blipFill>
              <a:blip r:embed="rId6"/>
              <a:stretch>
                <a:fillRect/>
              </a:stretch>
            </a:blipFill>
          </p:spPr>
          <p:txBody>
            <a:bodyPr/>
            <a:lstStyle/>
            <a:p>
              <a:endParaRPr lang="en-PH"/>
            </a:p>
          </p:txBody>
        </p:sp>
        <p:sp>
          <p:nvSpPr>
            <p:cNvPr id="39" name="Freeform 18">
              <a:extLst>
                <a:ext uri="{FF2B5EF4-FFF2-40B4-BE49-F238E27FC236}">
                  <a16:creationId xmlns:a16="http://schemas.microsoft.com/office/drawing/2014/main" id="{B1CA8B33-18EC-9E4A-9340-E54D5AE142DE}"/>
                </a:ext>
              </a:extLst>
            </p:cNvPr>
            <p:cNvSpPr/>
            <p:nvPr/>
          </p:nvSpPr>
          <p:spPr>
            <a:xfrm>
              <a:off x="0" y="0"/>
              <a:ext cx="15396444" cy="3066458"/>
            </a:xfrm>
            <a:custGeom>
              <a:avLst/>
              <a:gdLst/>
              <a:ahLst/>
              <a:cxnLst/>
              <a:rect l="l" t="t" r="r" b="b"/>
              <a:pathLst>
                <a:path w="15396444" h="3066458">
                  <a:moveTo>
                    <a:pt x="0" y="0"/>
                  </a:moveTo>
                  <a:lnTo>
                    <a:pt x="15396444" y="0"/>
                  </a:lnTo>
                  <a:lnTo>
                    <a:pt x="15396444" y="3066458"/>
                  </a:lnTo>
                  <a:lnTo>
                    <a:pt x="0" y="3066458"/>
                  </a:lnTo>
                  <a:lnTo>
                    <a:pt x="0" y="0"/>
                  </a:lnTo>
                  <a:close/>
                </a:path>
              </a:pathLst>
            </a:custGeom>
            <a:blipFill>
              <a:blip r:embed="rId6"/>
              <a:stretch>
                <a:fillRect/>
              </a:stretch>
            </a:blipFill>
          </p:spPr>
          <p:txBody>
            <a:bodyPr/>
            <a:lstStyle/>
            <a:p>
              <a:endParaRPr lang="en-PH"/>
            </a:p>
          </p:txBody>
        </p:sp>
        <p:sp>
          <p:nvSpPr>
            <p:cNvPr id="40" name="Freeform 19">
              <a:extLst>
                <a:ext uri="{FF2B5EF4-FFF2-40B4-BE49-F238E27FC236}">
                  <a16:creationId xmlns:a16="http://schemas.microsoft.com/office/drawing/2014/main" id="{02039B97-E60F-E5C1-E02D-DE053B1222BD}"/>
                </a:ext>
              </a:extLst>
            </p:cNvPr>
            <p:cNvSpPr/>
            <p:nvPr/>
          </p:nvSpPr>
          <p:spPr>
            <a:xfrm>
              <a:off x="0" y="0"/>
              <a:ext cx="15396444" cy="3066458"/>
            </a:xfrm>
            <a:custGeom>
              <a:avLst/>
              <a:gdLst/>
              <a:ahLst/>
              <a:cxnLst/>
              <a:rect l="l" t="t" r="r" b="b"/>
              <a:pathLst>
                <a:path w="15396444" h="3066458">
                  <a:moveTo>
                    <a:pt x="0" y="0"/>
                  </a:moveTo>
                  <a:lnTo>
                    <a:pt x="15396444" y="0"/>
                  </a:lnTo>
                  <a:lnTo>
                    <a:pt x="15396444" y="3066458"/>
                  </a:lnTo>
                  <a:lnTo>
                    <a:pt x="0" y="3066458"/>
                  </a:lnTo>
                  <a:lnTo>
                    <a:pt x="0" y="0"/>
                  </a:lnTo>
                  <a:close/>
                </a:path>
              </a:pathLst>
            </a:custGeom>
            <a:blipFill>
              <a:blip r:embed="rId6"/>
              <a:stretch>
                <a:fillRect/>
              </a:stretch>
            </a:blipFill>
          </p:spPr>
          <p:txBody>
            <a:bodyPr/>
            <a:lstStyle/>
            <a:p>
              <a:endParaRPr lang="en-PH"/>
            </a:p>
          </p:txBody>
        </p:sp>
      </p:grpSp>
      <p:grpSp>
        <p:nvGrpSpPr>
          <p:cNvPr id="2" name="Group 2">
            <a:extLst>
              <a:ext uri="{FF2B5EF4-FFF2-40B4-BE49-F238E27FC236}">
                <a16:creationId xmlns:a16="http://schemas.microsoft.com/office/drawing/2014/main" id="{A77303FD-E44A-37AF-7AE9-3EBF8E330917}"/>
              </a:ext>
            </a:extLst>
          </p:cNvPr>
          <p:cNvGrpSpPr/>
          <p:nvPr/>
        </p:nvGrpSpPr>
        <p:grpSpPr>
          <a:xfrm>
            <a:off x="14554200" y="6438900"/>
            <a:ext cx="3886200" cy="3848100"/>
            <a:chOff x="0" y="0"/>
            <a:chExt cx="10022021" cy="9446043"/>
          </a:xfrm>
        </p:grpSpPr>
        <p:sp>
          <p:nvSpPr>
            <p:cNvPr id="3" name="Freeform 3">
              <a:extLst>
                <a:ext uri="{FF2B5EF4-FFF2-40B4-BE49-F238E27FC236}">
                  <a16:creationId xmlns:a16="http://schemas.microsoft.com/office/drawing/2014/main" id="{A9C59FC5-633D-E519-E3E7-FCEEDD17898C}"/>
                </a:ext>
              </a:extLst>
            </p:cNvPr>
            <p:cNvSpPr/>
            <p:nvPr/>
          </p:nvSpPr>
          <p:spPr>
            <a:xfrm>
              <a:off x="0" y="0"/>
              <a:ext cx="10022021" cy="9446043"/>
            </a:xfrm>
            <a:custGeom>
              <a:avLst/>
              <a:gdLst/>
              <a:ahLst/>
              <a:cxnLst/>
              <a:rect l="l" t="t" r="r" b="b"/>
              <a:pathLst>
                <a:path w="10022021" h="9446043">
                  <a:moveTo>
                    <a:pt x="0" y="0"/>
                  </a:moveTo>
                  <a:lnTo>
                    <a:pt x="10022021" y="0"/>
                  </a:lnTo>
                  <a:lnTo>
                    <a:pt x="10022021" y="9446043"/>
                  </a:lnTo>
                  <a:lnTo>
                    <a:pt x="0" y="9446043"/>
                  </a:lnTo>
                  <a:lnTo>
                    <a:pt x="0" y="0"/>
                  </a:lnTo>
                  <a:close/>
                </a:path>
              </a:pathLst>
            </a:custGeom>
            <a:blipFill>
              <a:blip r:embed="rId7">
                <a:alphaModFix amt="50000"/>
              </a:blip>
              <a:stretch>
                <a:fillRect/>
              </a:stretch>
            </a:blipFill>
          </p:spPr>
          <p:txBody>
            <a:bodyPr/>
            <a:lstStyle/>
            <a:p>
              <a:endParaRPr lang="en-PH"/>
            </a:p>
          </p:txBody>
        </p:sp>
        <p:sp>
          <p:nvSpPr>
            <p:cNvPr id="4" name="Freeform 4">
              <a:extLst>
                <a:ext uri="{FF2B5EF4-FFF2-40B4-BE49-F238E27FC236}">
                  <a16:creationId xmlns:a16="http://schemas.microsoft.com/office/drawing/2014/main" id="{1BEC7869-E779-1DBD-DCAF-E969E7568277}"/>
                </a:ext>
              </a:extLst>
            </p:cNvPr>
            <p:cNvSpPr/>
            <p:nvPr/>
          </p:nvSpPr>
          <p:spPr>
            <a:xfrm>
              <a:off x="0" y="0"/>
              <a:ext cx="10022021" cy="9446043"/>
            </a:xfrm>
            <a:custGeom>
              <a:avLst/>
              <a:gdLst/>
              <a:ahLst/>
              <a:cxnLst/>
              <a:rect l="l" t="t" r="r" b="b"/>
              <a:pathLst>
                <a:path w="10022021" h="9446043">
                  <a:moveTo>
                    <a:pt x="0" y="0"/>
                  </a:moveTo>
                  <a:lnTo>
                    <a:pt x="10022021" y="0"/>
                  </a:lnTo>
                  <a:lnTo>
                    <a:pt x="10022021" y="9446043"/>
                  </a:lnTo>
                  <a:lnTo>
                    <a:pt x="0" y="9446043"/>
                  </a:lnTo>
                  <a:lnTo>
                    <a:pt x="0" y="0"/>
                  </a:lnTo>
                  <a:close/>
                </a:path>
              </a:pathLst>
            </a:custGeom>
            <a:blipFill>
              <a:blip r:embed="rId7">
                <a:alphaModFix amt="50000"/>
              </a:blip>
              <a:stretch>
                <a:fillRect/>
              </a:stretch>
            </a:blipFill>
          </p:spPr>
          <p:txBody>
            <a:bodyPr/>
            <a:lstStyle/>
            <a:p>
              <a:endParaRPr lang="en-PH"/>
            </a:p>
          </p:txBody>
        </p:sp>
        <p:sp>
          <p:nvSpPr>
            <p:cNvPr id="5" name="Freeform 5">
              <a:extLst>
                <a:ext uri="{FF2B5EF4-FFF2-40B4-BE49-F238E27FC236}">
                  <a16:creationId xmlns:a16="http://schemas.microsoft.com/office/drawing/2014/main" id="{170D957B-B98D-FD0A-CAD9-D60010BFFEB2}"/>
                </a:ext>
              </a:extLst>
            </p:cNvPr>
            <p:cNvSpPr/>
            <p:nvPr/>
          </p:nvSpPr>
          <p:spPr>
            <a:xfrm>
              <a:off x="0" y="0"/>
              <a:ext cx="10022021" cy="9446043"/>
            </a:xfrm>
            <a:custGeom>
              <a:avLst/>
              <a:gdLst/>
              <a:ahLst/>
              <a:cxnLst/>
              <a:rect l="l" t="t" r="r" b="b"/>
              <a:pathLst>
                <a:path w="10022021" h="9446043">
                  <a:moveTo>
                    <a:pt x="0" y="0"/>
                  </a:moveTo>
                  <a:lnTo>
                    <a:pt x="10022021" y="0"/>
                  </a:lnTo>
                  <a:lnTo>
                    <a:pt x="10022021" y="9446043"/>
                  </a:lnTo>
                  <a:lnTo>
                    <a:pt x="0" y="9446043"/>
                  </a:lnTo>
                  <a:lnTo>
                    <a:pt x="0" y="0"/>
                  </a:lnTo>
                  <a:close/>
                </a:path>
              </a:pathLst>
            </a:custGeom>
            <a:blipFill>
              <a:blip r:embed="rId7">
                <a:alphaModFix amt="50000"/>
              </a:blip>
              <a:stretch>
                <a:fillRect/>
              </a:stretch>
            </a:blipFill>
          </p:spPr>
          <p:txBody>
            <a:bodyPr/>
            <a:lstStyle/>
            <a:p>
              <a:endParaRPr lang="en-PH"/>
            </a:p>
          </p:txBody>
        </p:sp>
      </p:grpSp>
    </p:spTree>
    <p:extLst>
      <p:ext uri="{BB962C8B-B14F-4D97-AF65-F5344CB8AC3E}">
        <p14:creationId xmlns:p14="http://schemas.microsoft.com/office/powerpoint/2010/main" val="116187877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96EA29-3A2B-6F29-3846-87B4DB5C0C7B}"/>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2F2B84AB-C335-86D6-3DE0-4BD224482703}"/>
              </a:ext>
            </a:extLst>
          </p:cNvPr>
          <p:cNvGrpSpPr/>
          <p:nvPr/>
        </p:nvGrpSpPr>
        <p:grpSpPr>
          <a:xfrm>
            <a:off x="15240000" y="7086600"/>
            <a:ext cx="3200400" cy="3200400"/>
            <a:chOff x="0" y="0"/>
            <a:chExt cx="10022021" cy="9446043"/>
          </a:xfrm>
        </p:grpSpPr>
        <p:sp>
          <p:nvSpPr>
            <p:cNvPr id="3" name="Freeform 3">
              <a:extLst>
                <a:ext uri="{FF2B5EF4-FFF2-40B4-BE49-F238E27FC236}">
                  <a16:creationId xmlns:a16="http://schemas.microsoft.com/office/drawing/2014/main" id="{E11ECC98-D34F-EF06-60C6-AE872805B360}"/>
                </a:ext>
              </a:extLst>
            </p:cNvPr>
            <p:cNvSpPr/>
            <p:nvPr/>
          </p:nvSpPr>
          <p:spPr>
            <a:xfrm>
              <a:off x="0" y="0"/>
              <a:ext cx="10022021" cy="9446043"/>
            </a:xfrm>
            <a:custGeom>
              <a:avLst/>
              <a:gdLst/>
              <a:ahLst/>
              <a:cxnLst/>
              <a:rect l="l" t="t" r="r" b="b"/>
              <a:pathLst>
                <a:path w="10022021" h="9446043">
                  <a:moveTo>
                    <a:pt x="0" y="0"/>
                  </a:moveTo>
                  <a:lnTo>
                    <a:pt x="10022021" y="0"/>
                  </a:lnTo>
                  <a:lnTo>
                    <a:pt x="10022021" y="9446043"/>
                  </a:lnTo>
                  <a:lnTo>
                    <a:pt x="0" y="9446043"/>
                  </a:lnTo>
                  <a:lnTo>
                    <a:pt x="0" y="0"/>
                  </a:lnTo>
                  <a:close/>
                </a:path>
              </a:pathLst>
            </a:custGeom>
            <a:blipFill>
              <a:blip r:embed="rId3">
                <a:alphaModFix amt="5000"/>
              </a:blip>
              <a:stretch>
                <a:fillRect/>
              </a:stretch>
            </a:blipFill>
          </p:spPr>
          <p:txBody>
            <a:bodyPr/>
            <a:lstStyle/>
            <a:p>
              <a:endParaRPr lang="en-PH"/>
            </a:p>
          </p:txBody>
        </p:sp>
        <p:sp>
          <p:nvSpPr>
            <p:cNvPr id="4" name="Freeform 4">
              <a:extLst>
                <a:ext uri="{FF2B5EF4-FFF2-40B4-BE49-F238E27FC236}">
                  <a16:creationId xmlns:a16="http://schemas.microsoft.com/office/drawing/2014/main" id="{3EE1C189-694F-9A3A-3DE7-D9D5C74E1757}"/>
                </a:ext>
              </a:extLst>
            </p:cNvPr>
            <p:cNvSpPr/>
            <p:nvPr/>
          </p:nvSpPr>
          <p:spPr>
            <a:xfrm>
              <a:off x="0" y="0"/>
              <a:ext cx="10022021" cy="9446043"/>
            </a:xfrm>
            <a:custGeom>
              <a:avLst/>
              <a:gdLst/>
              <a:ahLst/>
              <a:cxnLst/>
              <a:rect l="l" t="t" r="r" b="b"/>
              <a:pathLst>
                <a:path w="10022021" h="9446043">
                  <a:moveTo>
                    <a:pt x="0" y="0"/>
                  </a:moveTo>
                  <a:lnTo>
                    <a:pt x="10022021" y="0"/>
                  </a:lnTo>
                  <a:lnTo>
                    <a:pt x="10022021" y="9446043"/>
                  </a:lnTo>
                  <a:lnTo>
                    <a:pt x="0" y="9446043"/>
                  </a:lnTo>
                  <a:lnTo>
                    <a:pt x="0" y="0"/>
                  </a:lnTo>
                  <a:close/>
                </a:path>
              </a:pathLst>
            </a:custGeom>
            <a:blipFill>
              <a:blip r:embed="rId3">
                <a:alphaModFix amt="5000"/>
              </a:blip>
              <a:stretch>
                <a:fillRect/>
              </a:stretch>
            </a:blipFill>
          </p:spPr>
          <p:txBody>
            <a:bodyPr/>
            <a:lstStyle/>
            <a:p>
              <a:endParaRPr lang="en-PH"/>
            </a:p>
          </p:txBody>
        </p:sp>
        <p:sp>
          <p:nvSpPr>
            <p:cNvPr id="5" name="Freeform 5">
              <a:extLst>
                <a:ext uri="{FF2B5EF4-FFF2-40B4-BE49-F238E27FC236}">
                  <a16:creationId xmlns:a16="http://schemas.microsoft.com/office/drawing/2014/main" id="{4C8A6B1F-AF62-4BC6-5999-C404FD599F2F}"/>
                </a:ext>
              </a:extLst>
            </p:cNvPr>
            <p:cNvSpPr/>
            <p:nvPr/>
          </p:nvSpPr>
          <p:spPr>
            <a:xfrm>
              <a:off x="0" y="0"/>
              <a:ext cx="10022021" cy="9446043"/>
            </a:xfrm>
            <a:custGeom>
              <a:avLst/>
              <a:gdLst/>
              <a:ahLst/>
              <a:cxnLst/>
              <a:rect l="l" t="t" r="r" b="b"/>
              <a:pathLst>
                <a:path w="10022021" h="9446043">
                  <a:moveTo>
                    <a:pt x="0" y="0"/>
                  </a:moveTo>
                  <a:lnTo>
                    <a:pt x="10022021" y="0"/>
                  </a:lnTo>
                  <a:lnTo>
                    <a:pt x="10022021" y="9446043"/>
                  </a:lnTo>
                  <a:lnTo>
                    <a:pt x="0" y="9446043"/>
                  </a:lnTo>
                  <a:lnTo>
                    <a:pt x="0" y="0"/>
                  </a:lnTo>
                  <a:close/>
                </a:path>
              </a:pathLst>
            </a:custGeom>
            <a:blipFill>
              <a:blip r:embed="rId3">
                <a:alphaModFix amt="5000"/>
              </a:blip>
              <a:stretch>
                <a:fillRect/>
              </a:stretch>
            </a:blipFill>
          </p:spPr>
          <p:txBody>
            <a:bodyPr/>
            <a:lstStyle/>
            <a:p>
              <a:endParaRPr lang="en-PH"/>
            </a:p>
          </p:txBody>
        </p:sp>
      </p:grpSp>
      <p:sp>
        <p:nvSpPr>
          <p:cNvPr id="20" name="Freeform 20">
            <a:extLst>
              <a:ext uri="{FF2B5EF4-FFF2-40B4-BE49-F238E27FC236}">
                <a16:creationId xmlns:a16="http://schemas.microsoft.com/office/drawing/2014/main" id="{126961B3-5E56-DDF6-F63E-C86372B01E38}"/>
              </a:ext>
            </a:extLst>
          </p:cNvPr>
          <p:cNvSpPr/>
          <p:nvPr/>
        </p:nvSpPr>
        <p:spPr>
          <a:xfrm>
            <a:off x="16022831" y="9062992"/>
            <a:ext cx="2228298" cy="1222779"/>
          </a:xfrm>
          <a:custGeom>
            <a:avLst/>
            <a:gdLst/>
            <a:ahLst/>
            <a:cxnLst/>
            <a:rect l="l" t="t" r="r" b="b"/>
            <a:pathLst>
              <a:path w="2228298" h="1222779">
                <a:moveTo>
                  <a:pt x="0" y="0"/>
                </a:moveTo>
                <a:lnTo>
                  <a:pt x="2228298" y="0"/>
                </a:lnTo>
                <a:lnTo>
                  <a:pt x="2228298" y="1222779"/>
                </a:lnTo>
                <a:lnTo>
                  <a:pt x="0" y="122277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PH"/>
          </a:p>
        </p:txBody>
      </p:sp>
      <p:pic>
        <p:nvPicPr>
          <p:cNvPr id="19" name="Picture 18" descr="A blue and orange square&#10;&#10;Description automatically generated">
            <a:extLst>
              <a:ext uri="{FF2B5EF4-FFF2-40B4-BE49-F238E27FC236}">
                <a16:creationId xmlns:a16="http://schemas.microsoft.com/office/drawing/2014/main" id="{DD9A1B81-BE69-BD87-296D-D422E9D7BF19}"/>
              </a:ext>
            </a:extLst>
          </p:cNvPr>
          <p:cNvPicPr>
            <a:picLocks noChangeAspect="1"/>
          </p:cNvPicPr>
          <p:nvPr/>
        </p:nvPicPr>
        <p:blipFill rotWithShape="1">
          <a:blip r:embed="rId6" cstate="print">
            <a:alphaModFix amt="50000"/>
            <a:extLst>
              <a:ext uri="{28A0092B-C50C-407E-A947-70E740481C1C}">
                <a14:useLocalDpi xmlns:a14="http://schemas.microsoft.com/office/drawing/2010/main" val="0"/>
              </a:ext>
            </a:extLst>
          </a:blip>
          <a:srcRect l="10012"/>
          <a:stretch/>
        </p:blipFill>
        <p:spPr>
          <a:xfrm>
            <a:off x="-11723" y="0"/>
            <a:ext cx="18251129" cy="2095500"/>
          </a:xfrm>
          <a:prstGeom prst="rect">
            <a:avLst/>
          </a:prstGeom>
        </p:spPr>
      </p:pic>
      <p:sp>
        <p:nvSpPr>
          <p:cNvPr id="21" name="TextBox 28">
            <a:extLst>
              <a:ext uri="{FF2B5EF4-FFF2-40B4-BE49-F238E27FC236}">
                <a16:creationId xmlns:a16="http://schemas.microsoft.com/office/drawing/2014/main" id="{9E0BE168-DA7D-68EC-0765-AE45E5E90681}"/>
              </a:ext>
            </a:extLst>
          </p:cNvPr>
          <p:cNvSpPr txBox="1"/>
          <p:nvPr/>
        </p:nvSpPr>
        <p:spPr>
          <a:xfrm>
            <a:off x="749993" y="-15883"/>
            <a:ext cx="16381125" cy="1399037"/>
          </a:xfrm>
          <a:prstGeom prst="rect">
            <a:avLst/>
          </a:prstGeom>
        </p:spPr>
        <p:txBody>
          <a:bodyPr wrap="square" lIns="0" tIns="0" rIns="0" bIns="0" rtlCol="0" anchor="t">
            <a:spAutoFit/>
          </a:bodyPr>
          <a:lstStyle/>
          <a:p>
            <a:pPr>
              <a:lnSpc>
                <a:spcPts val="12857"/>
              </a:lnSpc>
            </a:pPr>
            <a:r>
              <a:rPr lang="en-US" sz="4800" i="1" spc="-360" dirty="0">
                <a:ln>
                  <a:solidFill>
                    <a:schemeClr val="tx1"/>
                  </a:solidFill>
                </a:ln>
                <a:solidFill>
                  <a:schemeClr val="bg1"/>
                </a:solidFill>
                <a:latin typeface="Consolas" panose="020B0609020204030204" pitchFamily="49" charset="0"/>
                <a:ea typeface="Cambria" panose="02040503050406030204" pitchFamily="18" charset="0"/>
              </a:rPr>
              <a:t>Python Variables</a:t>
            </a:r>
          </a:p>
        </p:txBody>
      </p:sp>
      <p:sp>
        <p:nvSpPr>
          <p:cNvPr id="6" name="TextBox 5">
            <a:extLst>
              <a:ext uri="{FF2B5EF4-FFF2-40B4-BE49-F238E27FC236}">
                <a16:creationId xmlns:a16="http://schemas.microsoft.com/office/drawing/2014/main" id="{481512BB-01D6-0767-5C16-7DD73CBE4E19}"/>
              </a:ext>
            </a:extLst>
          </p:cNvPr>
          <p:cNvSpPr txBox="1"/>
          <p:nvPr/>
        </p:nvSpPr>
        <p:spPr>
          <a:xfrm>
            <a:off x="637059" y="2277070"/>
            <a:ext cx="16953563" cy="6186309"/>
          </a:xfrm>
          <a:prstGeom prst="rect">
            <a:avLst/>
          </a:prstGeom>
          <a:noFill/>
        </p:spPr>
        <p:txBody>
          <a:bodyPr wrap="square">
            <a:spAutoFit/>
          </a:bodyPr>
          <a:lstStyle/>
          <a:p>
            <a:pPr algn="just"/>
            <a:r>
              <a:rPr lang="en-US" sz="3600" dirty="0">
                <a:latin typeface="Consolas" panose="020B0609020204030204" pitchFamily="49" charset="0"/>
              </a:rPr>
              <a:t>Variables are containers for storing data values.</a:t>
            </a:r>
          </a:p>
          <a:p>
            <a:pPr algn="just"/>
            <a:r>
              <a:rPr lang="en-US" sz="3600" dirty="0">
                <a:latin typeface="Consolas" panose="020B0609020204030204" pitchFamily="49" charset="0"/>
              </a:rPr>
              <a:t>A variable can have a short name (like x and y) or a more descriptive name (age, </a:t>
            </a:r>
            <a:r>
              <a:rPr lang="en-US" sz="3600" dirty="0" err="1">
                <a:latin typeface="Consolas" panose="020B0609020204030204" pitchFamily="49" charset="0"/>
              </a:rPr>
              <a:t>carname</a:t>
            </a:r>
            <a:r>
              <a:rPr lang="en-US" sz="3600" dirty="0">
                <a:latin typeface="Consolas" panose="020B0609020204030204" pitchFamily="49" charset="0"/>
              </a:rPr>
              <a:t>, </a:t>
            </a:r>
            <a:r>
              <a:rPr lang="en-US" sz="3600" dirty="0" err="1">
                <a:latin typeface="Consolas" panose="020B0609020204030204" pitchFamily="49" charset="0"/>
              </a:rPr>
              <a:t>total_volume</a:t>
            </a:r>
            <a:r>
              <a:rPr lang="en-US" sz="3600" dirty="0">
                <a:latin typeface="Consolas" panose="020B0609020204030204" pitchFamily="49" charset="0"/>
              </a:rPr>
              <a:t>). </a:t>
            </a:r>
          </a:p>
          <a:p>
            <a:pPr algn="just"/>
            <a:r>
              <a:rPr lang="en-US" sz="3600" b="1" dirty="0">
                <a:latin typeface="Consolas" panose="020B0609020204030204" pitchFamily="49" charset="0"/>
              </a:rPr>
              <a:t>Rules for Python variables: </a:t>
            </a:r>
          </a:p>
          <a:p>
            <a:pPr marL="1085850" indent="-571500" algn="just">
              <a:buFont typeface="Wingdings" panose="05000000000000000000" pitchFamily="2" charset="2"/>
              <a:buChar char="ü"/>
            </a:pPr>
            <a:r>
              <a:rPr lang="en-US" sz="3600" dirty="0">
                <a:latin typeface="Consolas" panose="020B0609020204030204" pitchFamily="49" charset="0"/>
              </a:rPr>
              <a:t>A variable name must start with a letter or the underscore character</a:t>
            </a:r>
          </a:p>
          <a:p>
            <a:pPr marL="1085850" indent="-571500" algn="just">
              <a:buFont typeface="Wingdings" panose="05000000000000000000" pitchFamily="2" charset="2"/>
              <a:buChar char="ü"/>
            </a:pPr>
            <a:r>
              <a:rPr lang="en-US" sz="3600" dirty="0">
                <a:latin typeface="Consolas" panose="020B0609020204030204" pitchFamily="49" charset="0"/>
              </a:rPr>
              <a:t>A variable name cannot start with a number</a:t>
            </a:r>
          </a:p>
          <a:p>
            <a:pPr marL="1085850" indent="-571500" algn="just">
              <a:buFont typeface="Wingdings" panose="05000000000000000000" pitchFamily="2" charset="2"/>
              <a:buChar char="ü"/>
            </a:pPr>
            <a:r>
              <a:rPr lang="en-US" sz="3600" dirty="0">
                <a:latin typeface="Consolas" panose="020B0609020204030204" pitchFamily="49" charset="0"/>
              </a:rPr>
              <a:t>A variable name can only contain alpha-numeric characters and underscores (A-z, 0-9, and _ )</a:t>
            </a:r>
          </a:p>
          <a:p>
            <a:pPr marL="1085850" indent="-571500" algn="just">
              <a:buFont typeface="Wingdings" panose="05000000000000000000" pitchFamily="2" charset="2"/>
              <a:buChar char="ü"/>
            </a:pPr>
            <a:r>
              <a:rPr lang="en-US" sz="3600" dirty="0">
                <a:latin typeface="Consolas" panose="020B0609020204030204" pitchFamily="49" charset="0"/>
              </a:rPr>
              <a:t>Variable names are case-sensitive (age, Age and AGE are three different variables)</a:t>
            </a:r>
          </a:p>
        </p:txBody>
      </p:sp>
    </p:spTree>
    <p:extLst>
      <p:ext uri="{BB962C8B-B14F-4D97-AF65-F5344CB8AC3E}">
        <p14:creationId xmlns:p14="http://schemas.microsoft.com/office/powerpoint/2010/main" val="405191505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B9034C-3099-D4EF-CEC4-CC12861A84E8}"/>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29F6EF71-BF95-C1CF-75AF-A3FB778DEC76}"/>
              </a:ext>
            </a:extLst>
          </p:cNvPr>
          <p:cNvGrpSpPr/>
          <p:nvPr/>
        </p:nvGrpSpPr>
        <p:grpSpPr>
          <a:xfrm>
            <a:off x="15240000" y="7086600"/>
            <a:ext cx="3200400" cy="3200400"/>
            <a:chOff x="0" y="0"/>
            <a:chExt cx="10022021" cy="9446043"/>
          </a:xfrm>
        </p:grpSpPr>
        <p:sp>
          <p:nvSpPr>
            <p:cNvPr id="3" name="Freeform 3">
              <a:extLst>
                <a:ext uri="{FF2B5EF4-FFF2-40B4-BE49-F238E27FC236}">
                  <a16:creationId xmlns:a16="http://schemas.microsoft.com/office/drawing/2014/main" id="{498FEE40-985F-D753-267E-8CEBCC36A4B8}"/>
                </a:ext>
              </a:extLst>
            </p:cNvPr>
            <p:cNvSpPr/>
            <p:nvPr/>
          </p:nvSpPr>
          <p:spPr>
            <a:xfrm>
              <a:off x="0" y="0"/>
              <a:ext cx="10022021" cy="9446043"/>
            </a:xfrm>
            <a:custGeom>
              <a:avLst/>
              <a:gdLst/>
              <a:ahLst/>
              <a:cxnLst/>
              <a:rect l="l" t="t" r="r" b="b"/>
              <a:pathLst>
                <a:path w="10022021" h="9446043">
                  <a:moveTo>
                    <a:pt x="0" y="0"/>
                  </a:moveTo>
                  <a:lnTo>
                    <a:pt x="10022021" y="0"/>
                  </a:lnTo>
                  <a:lnTo>
                    <a:pt x="10022021" y="9446043"/>
                  </a:lnTo>
                  <a:lnTo>
                    <a:pt x="0" y="9446043"/>
                  </a:lnTo>
                  <a:lnTo>
                    <a:pt x="0" y="0"/>
                  </a:lnTo>
                  <a:close/>
                </a:path>
              </a:pathLst>
            </a:custGeom>
            <a:blipFill>
              <a:blip r:embed="rId3">
                <a:alphaModFix amt="5000"/>
              </a:blip>
              <a:stretch>
                <a:fillRect/>
              </a:stretch>
            </a:blipFill>
          </p:spPr>
          <p:txBody>
            <a:bodyPr/>
            <a:lstStyle/>
            <a:p>
              <a:endParaRPr lang="en-PH"/>
            </a:p>
          </p:txBody>
        </p:sp>
        <p:sp>
          <p:nvSpPr>
            <p:cNvPr id="4" name="Freeform 4">
              <a:extLst>
                <a:ext uri="{FF2B5EF4-FFF2-40B4-BE49-F238E27FC236}">
                  <a16:creationId xmlns:a16="http://schemas.microsoft.com/office/drawing/2014/main" id="{DA117BDA-02A7-F0A8-C416-586155A60869}"/>
                </a:ext>
              </a:extLst>
            </p:cNvPr>
            <p:cNvSpPr/>
            <p:nvPr/>
          </p:nvSpPr>
          <p:spPr>
            <a:xfrm>
              <a:off x="0" y="0"/>
              <a:ext cx="10022021" cy="9446043"/>
            </a:xfrm>
            <a:custGeom>
              <a:avLst/>
              <a:gdLst/>
              <a:ahLst/>
              <a:cxnLst/>
              <a:rect l="l" t="t" r="r" b="b"/>
              <a:pathLst>
                <a:path w="10022021" h="9446043">
                  <a:moveTo>
                    <a:pt x="0" y="0"/>
                  </a:moveTo>
                  <a:lnTo>
                    <a:pt x="10022021" y="0"/>
                  </a:lnTo>
                  <a:lnTo>
                    <a:pt x="10022021" y="9446043"/>
                  </a:lnTo>
                  <a:lnTo>
                    <a:pt x="0" y="9446043"/>
                  </a:lnTo>
                  <a:lnTo>
                    <a:pt x="0" y="0"/>
                  </a:lnTo>
                  <a:close/>
                </a:path>
              </a:pathLst>
            </a:custGeom>
            <a:blipFill>
              <a:blip r:embed="rId3">
                <a:alphaModFix amt="5000"/>
              </a:blip>
              <a:stretch>
                <a:fillRect/>
              </a:stretch>
            </a:blipFill>
          </p:spPr>
          <p:txBody>
            <a:bodyPr/>
            <a:lstStyle/>
            <a:p>
              <a:endParaRPr lang="en-PH"/>
            </a:p>
          </p:txBody>
        </p:sp>
        <p:sp>
          <p:nvSpPr>
            <p:cNvPr id="5" name="Freeform 5">
              <a:extLst>
                <a:ext uri="{FF2B5EF4-FFF2-40B4-BE49-F238E27FC236}">
                  <a16:creationId xmlns:a16="http://schemas.microsoft.com/office/drawing/2014/main" id="{B5C6590A-AA21-FB15-0BDF-828823809F9D}"/>
                </a:ext>
              </a:extLst>
            </p:cNvPr>
            <p:cNvSpPr/>
            <p:nvPr/>
          </p:nvSpPr>
          <p:spPr>
            <a:xfrm>
              <a:off x="0" y="0"/>
              <a:ext cx="10022021" cy="9446043"/>
            </a:xfrm>
            <a:custGeom>
              <a:avLst/>
              <a:gdLst/>
              <a:ahLst/>
              <a:cxnLst/>
              <a:rect l="l" t="t" r="r" b="b"/>
              <a:pathLst>
                <a:path w="10022021" h="9446043">
                  <a:moveTo>
                    <a:pt x="0" y="0"/>
                  </a:moveTo>
                  <a:lnTo>
                    <a:pt x="10022021" y="0"/>
                  </a:lnTo>
                  <a:lnTo>
                    <a:pt x="10022021" y="9446043"/>
                  </a:lnTo>
                  <a:lnTo>
                    <a:pt x="0" y="9446043"/>
                  </a:lnTo>
                  <a:lnTo>
                    <a:pt x="0" y="0"/>
                  </a:lnTo>
                  <a:close/>
                </a:path>
              </a:pathLst>
            </a:custGeom>
            <a:blipFill>
              <a:blip r:embed="rId3">
                <a:alphaModFix amt="5000"/>
              </a:blip>
              <a:stretch>
                <a:fillRect/>
              </a:stretch>
            </a:blipFill>
          </p:spPr>
          <p:txBody>
            <a:bodyPr/>
            <a:lstStyle/>
            <a:p>
              <a:endParaRPr lang="en-PH"/>
            </a:p>
          </p:txBody>
        </p:sp>
      </p:grpSp>
      <p:sp>
        <p:nvSpPr>
          <p:cNvPr id="20" name="Freeform 20">
            <a:extLst>
              <a:ext uri="{FF2B5EF4-FFF2-40B4-BE49-F238E27FC236}">
                <a16:creationId xmlns:a16="http://schemas.microsoft.com/office/drawing/2014/main" id="{07B6D999-BC8C-B057-9EB2-C4E01EC2C104}"/>
              </a:ext>
            </a:extLst>
          </p:cNvPr>
          <p:cNvSpPr/>
          <p:nvPr/>
        </p:nvSpPr>
        <p:spPr>
          <a:xfrm>
            <a:off x="16022831" y="9062992"/>
            <a:ext cx="2228298" cy="1222779"/>
          </a:xfrm>
          <a:custGeom>
            <a:avLst/>
            <a:gdLst/>
            <a:ahLst/>
            <a:cxnLst/>
            <a:rect l="l" t="t" r="r" b="b"/>
            <a:pathLst>
              <a:path w="2228298" h="1222779">
                <a:moveTo>
                  <a:pt x="0" y="0"/>
                </a:moveTo>
                <a:lnTo>
                  <a:pt x="2228298" y="0"/>
                </a:lnTo>
                <a:lnTo>
                  <a:pt x="2228298" y="1222779"/>
                </a:lnTo>
                <a:lnTo>
                  <a:pt x="0" y="122277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PH"/>
          </a:p>
        </p:txBody>
      </p:sp>
      <p:pic>
        <p:nvPicPr>
          <p:cNvPr id="19" name="Picture 18" descr="A blue and orange square&#10;&#10;Description automatically generated">
            <a:extLst>
              <a:ext uri="{FF2B5EF4-FFF2-40B4-BE49-F238E27FC236}">
                <a16:creationId xmlns:a16="http://schemas.microsoft.com/office/drawing/2014/main" id="{CA3BE924-501A-24FA-FA10-E706F19055BE}"/>
              </a:ext>
            </a:extLst>
          </p:cNvPr>
          <p:cNvPicPr>
            <a:picLocks noChangeAspect="1"/>
          </p:cNvPicPr>
          <p:nvPr/>
        </p:nvPicPr>
        <p:blipFill rotWithShape="1">
          <a:blip r:embed="rId6" cstate="print">
            <a:alphaModFix amt="50000"/>
            <a:extLst>
              <a:ext uri="{28A0092B-C50C-407E-A947-70E740481C1C}">
                <a14:useLocalDpi xmlns:a14="http://schemas.microsoft.com/office/drawing/2010/main" val="0"/>
              </a:ext>
            </a:extLst>
          </a:blip>
          <a:srcRect l="10012"/>
          <a:stretch/>
        </p:blipFill>
        <p:spPr>
          <a:xfrm>
            <a:off x="-11723" y="0"/>
            <a:ext cx="18251129" cy="2095500"/>
          </a:xfrm>
          <a:prstGeom prst="rect">
            <a:avLst/>
          </a:prstGeom>
        </p:spPr>
      </p:pic>
      <p:sp>
        <p:nvSpPr>
          <p:cNvPr id="21" name="TextBox 28">
            <a:extLst>
              <a:ext uri="{FF2B5EF4-FFF2-40B4-BE49-F238E27FC236}">
                <a16:creationId xmlns:a16="http://schemas.microsoft.com/office/drawing/2014/main" id="{C8B7703E-485D-BB8C-E678-2E4926AD21B6}"/>
              </a:ext>
            </a:extLst>
          </p:cNvPr>
          <p:cNvSpPr txBox="1"/>
          <p:nvPr/>
        </p:nvSpPr>
        <p:spPr>
          <a:xfrm>
            <a:off x="749993" y="-15883"/>
            <a:ext cx="16381125" cy="1399037"/>
          </a:xfrm>
          <a:prstGeom prst="rect">
            <a:avLst/>
          </a:prstGeom>
        </p:spPr>
        <p:txBody>
          <a:bodyPr wrap="square" lIns="0" tIns="0" rIns="0" bIns="0" rtlCol="0" anchor="t">
            <a:spAutoFit/>
          </a:bodyPr>
          <a:lstStyle/>
          <a:p>
            <a:pPr>
              <a:lnSpc>
                <a:spcPts val="12857"/>
              </a:lnSpc>
            </a:pPr>
            <a:r>
              <a:rPr lang="en-US" sz="4800" i="1" spc="-360" dirty="0">
                <a:ln>
                  <a:solidFill>
                    <a:schemeClr val="tx1"/>
                  </a:solidFill>
                </a:ln>
                <a:solidFill>
                  <a:schemeClr val="bg1"/>
                </a:solidFill>
                <a:latin typeface="Consolas" panose="020B0609020204030204" pitchFamily="49" charset="0"/>
                <a:ea typeface="Cambria" panose="02040503050406030204" pitchFamily="18" charset="0"/>
              </a:rPr>
              <a:t>Casting Variables</a:t>
            </a:r>
          </a:p>
        </p:txBody>
      </p:sp>
      <p:sp>
        <p:nvSpPr>
          <p:cNvPr id="6" name="TextBox 5">
            <a:extLst>
              <a:ext uri="{FF2B5EF4-FFF2-40B4-BE49-F238E27FC236}">
                <a16:creationId xmlns:a16="http://schemas.microsoft.com/office/drawing/2014/main" id="{94AD0852-9AD8-34CC-7A21-79E0E7200BBE}"/>
              </a:ext>
            </a:extLst>
          </p:cNvPr>
          <p:cNvSpPr txBox="1"/>
          <p:nvPr/>
        </p:nvSpPr>
        <p:spPr>
          <a:xfrm>
            <a:off x="637059" y="2277070"/>
            <a:ext cx="16953563" cy="5632311"/>
          </a:xfrm>
          <a:prstGeom prst="rect">
            <a:avLst/>
          </a:prstGeom>
          <a:noFill/>
        </p:spPr>
        <p:txBody>
          <a:bodyPr wrap="square">
            <a:spAutoFit/>
          </a:bodyPr>
          <a:lstStyle/>
          <a:p>
            <a:pPr algn="just"/>
            <a:r>
              <a:rPr lang="en-US" sz="3600" dirty="0">
                <a:latin typeface="Consolas" panose="020B0609020204030204" pitchFamily="49" charset="0"/>
              </a:rPr>
              <a:t>If you want to specify the data type of a variable, this can be done with casting.</a:t>
            </a:r>
          </a:p>
          <a:p>
            <a:pPr algn="just"/>
            <a:endParaRPr lang="en-US" sz="3600" dirty="0">
              <a:latin typeface="Consolas" panose="020B0609020204030204" pitchFamily="49" charset="0"/>
            </a:endParaRPr>
          </a:p>
          <a:p>
            <a:pPr algn="just"/>
            <a:r>
              <a:rPr lang="en-US" sz="3600" dirty="0">
                <a:latin typeface="Consolas" panose="020B0609020204030204" pitchFamily="49" charset="0"/>
              </a:rPr>
              <a:t>Example:					Output</a:t>
            </a:r>
          </a:p>
          <a:p>
            <a:pPr algn="just"/>
            <a:r>
              <a:rPr lang="en-US" sz="3600" dirty="0">
                <a:latin typeface="Consolas" panose="020B0609020204030204" pitchFamily="49" charset="0"/>
              </a:rPr>
              <a:t>x = str(3)    </a:t>
            </a:r>
          </a:p>
          <a:p>
            <a:pPr algn="just"/>
            <a:r>
              <a:rPr lang="en-US" sz="3600" dirty="0">
                <a:latin typeface="Consolas" panose="020B0609020204030204" pitchFamily="49" charset="0"/>
              </a:rPr>
              <a:t>y = int(3)  </a:t>
            </a:r>
          </a:p>
          <a:p>
            <a:pPr algn="just"/>
            <a:r>
              <a:rPr lang="en-US" sz="3600" dirty="0">
                <a:latin typeface="Consolas" panose="020B0609020204030204" pitchFamily="49" charset="0"/>
              </a:rPr>
              <a:t>z = float(3)</a:t>
            </a:r>
          </a:p>
          <a:p>
            <a:pPr algn="just"/>
            <a:r>
              <a:rPr lang="en-US" sz="3600" dirty="0">
                <a:latin typeface="Consolas" panose="020B0609020204030204" pitchFamily="49" charset="0"/>
              </a:rPr>
              <a:t>print(x)					3</a:t>
            </a:r>
          </a:p>
          <a:p>
            <a:pPr algn="just"/>
            <a:r>
              <a:rPr lang="en-US" sz="3600" dirty="0">
                <a:latin typeface="Consolas" panose="020B0609020204030204" pitchFamily="49" charset="0"/>
              </a:rPr>
              <a:t>print(y)					3</a:t>
            </a:r>
          </a:p>
          <a:p>
            <a:pPr algn="just"/>
            <a:r>
              <a:rPr lang="en-US" sz="3600" dirty="0">
                <a:latin typeface="Consolas" panose="020B0609020204030204" pitchFamily="49" charset="0"/>
              </a:rPr>
              <a:t>print(z)					3.0</a:t>
            </a:r>
          </a:p>
        </p:txBody>
      </p:sp>
    </p:spTree>
    <p:extLst>
      <p:ext uri="{BB962C8B-B14F-4D97-AF65-F5344CB8AC3E}">
        <p14:creationId xmlns:p14="http://schemas.microsoft.com/office/powerpoint/2010/main" val="248868120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A99FBE-ABCE-3D7F-0983-77427AEDED2F}"/>
            </a:ext>
          </a:extLst>
        </p:cNvPr>
        <p:cNvGrpSpPr/>
        <p:nvPr/>
      </p:nvGrpSpPr>
      <p:grpSpPr>
        <a:xfrm>
          <a:off x="0" y="0"/>
          <a:ext cx="0" cy="0"/>
          <a:chOff x="0" y="0"/>
          <a:chExt cx="0" cy="0"/>
        </a:xfrm>
      </p:grpSpPr>
      <p:pic>
        <p:nvPicPr>
          <p:cNvPr id="43" name="Picture 42" descr="A blue and orange square&#10;&#10;Description automatically generated">
            <a:extLst>
              <a:ext uri="{FF2B5EF4-FFF2-40B4-BE49-F238E27FC236}">
                <a16:creationId xmlns:a16="http://schemas.microsoft.com/office/drawing/2014/main" id="{6E8DD5FF-97CA-DC22-73B2-38AAE9C4A39C}"/>
              </a:ext>
            </a:extLst>
          </p:cNvPr>
          <p:cNvPicPr>
            <a:picLocks noChangeAspect="1"/>
          </p:cNvPicPr>
          <p:nvPr/>
        </p:nvPicPr>
        <p:blipFill rotWithShape="1">
          <a:blip r:embed="rId3">
            <a:alphaModFix amt="50000"/>
            <a:extLst>
              <a:ext uri="{28A0092B-C50C-407E-A947-70E740481C1C}">
                <a14:useLocalDpi xmlns:a14="http://schemas.microsoft.com/office/drawing/2010/main" val="0"/>
              </a:ext>
            </a:extLst>
          </a:blip>
          <a:srcRect l="10264" r="12208"/>
          <a:stretch/>
        </p:blipFill>
        <p:spPr>
          <a:xfrm>
            <a:off x="1" y="2939231"/>
            <a:ext cx="18287999" cy="4408536"/>
          </a:xfrm>
          <a:prstGeom prst="rect">
            <a:avLst/>
          </a:prstGeom>
        </p:spPr>
      </p:pic>
      <p:sp>
        <p:nvSpPr>
          <p:cNvPr id="20" name="Freeform 20">
            <a:extLst>
              <a:ext uri="{FF2B5EF4-FFF2-40B4-BE49-F238E27FC236}">
                <a16:creationId xmlns:a16="http://schemas.microsoft.com/office/drawing/2014/main" id="{5DAF476B-A08D-FF26-DDFD-69F53E11831A}"/>
              </a:ext>
            </a:extLst>
          </p:cNvPr>
          <p:cNvSpPr/>
          <p:nvPr/>
        </p:nvSpPr>
        <p:spPr>
          <a:xfrm>
            <a:off x="16022831" y="9062992"/>
            <a:ext cx="2228298" cy="1222779"/>
          </a:xfrm>
          <a:custGeom>
            <a:avLst/>
            <a:gdLst/>
            <a:ahLst/>
            <a:cxnLst/>
            <a:rect l="l" t="t" r="r" b="b"/>
            <a:pathLst>
              <a:path w="2228298" h="1222779">
                <a:moveTo>
                  <a:pt x="0" y="0"/>
                </a:moveTo>
                <a:lnTo>
                  <a:pt x="2228298" y="0"/>
                </a:lnTo>
                <a:lnTo>
                  <a:pt x="2228298" y="1222779"/>
                </a:lnTo>
                <a:lnTo>
                  <a:pt x="0" y="122277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PH"/>
          </a:p>
        </p:txBody>
      </p:sp>
      <p:sp>
        <p:nvSpPr>
          <p:cNvPr id="28" name="TextBox 28">
            <a:extLst>
              <a:ext uri="{FF2B5EF4-FFF2-40B4-BE49-F238E27FC236}">
                <a16:creationId xmlns:a16="http://schemas.microsoft.com/office/drawing/2014/main" id="{66D53F3F-3763-9B2D-48F0-77B6FA4B9C52}"/>
              </a:ext>
            </a:extLst>
          </p:cNvPr>
          <p:cNvSpPr txBox="1"/>
          <p:nvPr/>
        </p:nvSpPr>
        <p:spPr>
          <a:xfrm>
            <a:off x="1144875" y="4404386"/>
            <a:ext cx="15998250" cy="1478225"/>
          </a:xfrm>
          <a:prstGeom prst="rect">
            <a:avLst/>
          </a:prstGeom>
        </p:spPr>
        <p:txBody>
          <a:bodyPr wrap="square" lIns="0" tIns="0" rIns="0" bIns="0" rtlCol="0" anchor="t">
            <a:spAutoFit/>
          </a:bodyPr>
          <a:lstStyle/>
          <a:p>
            <a:pPr algn="l">
              <a:lnSpc>
                <a:spcPts val="12857"/>
              </a:lnSpc>
            </a:pPr>
            <a:r>
              <a:rPr lang="en-US" sz="7200" spc="-360" dirty="0">
                <a:ln>
                  <a:solidFill>
                    <a:sysClr val="windowText" lastClr="000000"/>
                  </a:solidFill>
                </a:ln>
                <a:solidFill>
                  <a:schemeClr val="bg1"/>
                </a:solidFill>
                <a:latin typeface="Consolas" panose="020B0609020204030204" pitchFamily="49" charset="0"/>
              </a:rPr>
              <a:t>Lesson 2.4: Operators</a:t>
            </a:r>
          </a:p>
        </p:txBody>
      </p:sp>
      <p:grpSp>
        <p:nvGrpSpPr>
          <p:cNvPr id="34" name="Group 13">
            <a:extLst>
              <a:ext uri="{FF2B5EF4-FFF2-40B4-BE49-F238E27FC236}">
                <a16:creationId xmlns:a16="http://schemas.microsoft.com/office/drawing/2014/main" id="{D4A3368A-304E-C891-55F0-AD859C1F4C68}"/>
              </a:ext>
            </a:extLst>
          </p:cNvPr>
          <p:cNvGrpSpPr/>
          <p:nvPr/>
        </p:nvGrpSpPr>
        <p:grpSpPr>
          <a:xfrm>
            <a:off x="152400" y="211586"/>
            <a:ext cx="6840467" cy="1321138"/>
            <a:chOff x="0" y="0"/>
            <a:chExt cx="15396444" cy="3066458"/>
          </a:xfrm>
        </p:grpSpPr>
        <p:sp>
          <p:nvSpPr>
            <p:cNvPr id="35" name="Freeform 14">
              <a:extLst>
                <a:ext uri="{FF2B5EF4-FFF2-40B4-BE49-F238E27FC236}">
                  <a16:creationId xmlns:a16="http://schemas.microsoft.com/office/drawing/2014/main" id="{C2242F2A-29D4-362D-BD3A-A85EC4C8FE62}"/>
                </a:ext>
              </a:extLst>
            </p:cNvPr>
            <p:cNvSpPr/>
            <p:nvPr/>
          </p:nvSpPr>
          <p:spPr>
            <a:xfrm>
              <a:off x="0" y="0"/>
              <a:ext cx="15396444" cy="3066458"/>
            </a:xfrm>
            <a:custGeom>
              <a:avLst/>
              <a:gdLst/>
              <a:ahLst/>
              <a:cxnLst/>
              <a:rect l="l" t="t" r="r" b="b"/>
              <a:pathLst>
                <a:path w="15396444" h="3066458">
                  <a:moveTo>
                    <a:pt x="0" y="0"/>
                  </a:moveTo>
                  <a:lnTo>
                    <a:pt x="15396444" y="0"/>
                  </a:lnTo>
                  <a:lnTo>
                    <a:pt x="15396444" y="3066458"/>
                  </a:lnTo>
                  <a:lnTo>
                    <a:pt x="0" y="3066458"/>
                  </a:lnTo>
                  <a:lnTo>
                    <a:pt x="0" y="0"/>
                  </a:lnTo>
                  <a:close/>
                </a:path>
              </a:pathLst>
            </a:custGeom>
            <a:blipFill>
              <a:blip r:embed="rId6"/>
              <a:stretch>
                <a:fillRect/>
              </a:stretch>
            </a:blipFill>
          </p:spPr>
          <p:txBody>
            <a:bodyPr/>
            <a:lstStyle/>
            <a:p>
              <a:endParaRPr lang="en-PH"/>
            </a:p>
          </p:txBody>
        </p:sp>
        <p:sp>
          <p:nvSpPr>
            <p:cNvPr id="36" name="Freeform 15">
              <a:extLst>
                <a:ext uri="{FF2B5EF4-FFF2-40B4-BE49-F238E27FC236}">
                  <a16:creationId xmlns:a16="http://schemas.microsoft.com/office/drawing/2014/main" id="{EF761B9E-50FC-8A0E-E270-F34E18A30716}"/>
                </a:ext>
              </a:extLst>
            </p:cNvPr>
            <p:cNvSpPr/>
            <p:nvPr/>
          </p:nvSpPr>
          <p:spPr>
            <a:xfrm>
              <a:off x="0" y="0"/>
              <a:ext cx="15396444" cy="3066458"/>
            </a:xfrm>
            <a:custGeom>
              <a:avLst/>
              <a:gdLst/>
              <a:ahLst/>
              <a:cxnLst/>
              <a:rect l="l" t="t" r="r" b="b"/>
              <a:pathLst>
                <a:path w="15396444" h="3066458">
                  <a:moveTo>
                    <a:pt x="0" y="0"/>
                  </a:moveTo>
                  <a:lnTo>
                    <a:pt x="15396444" y="0"/>
                  </a:lnTo>
                  <a:lnTo>
                    <a:pt x="15396444" y="3066458"/>
                  </a:lnTo>
                  <a:lnTo>
                    <a:pt x="0" y="3066458"/>
                  </a:lnTo>
                  <a:lnTo>
                    <a:pt x="0" y="0"/>
                  </a:lnTo>
                  <a:close/>
                </a:path>
              </a:pathLst>
            </a:custGeom>
            <a:blipFill>
              <a:blip r:embed="rId6"/>
              <a:stretch>
                <a:fillRect/>
              </a:stretch>
            </a:blipFill>
          </p:spPr>
          <p:txBody>
            <a:bodyPr/>
            <a:lstStyle/>
            <a:p>
              <a:endParaRPr lang="en-PH"/>
            </a:p>
          </p:txBody>
        </p:sp>
        <p:sp>
          <p:nvSpPr>
            <p:cNvPr id="37" name="Freeform 16">
              <a:extLst>
                <a:ext uri="{FF2B5EF4-FFF2-40B4-BE49-F238E27FC236}">
                  <a16:creationId xmlns:a16="http://schemas.microsoft.com/office/drawing/2014/main" id="{208176D5-899D-8741-AB87-7DD968108DFF}"/>
                </a:ext>
              </a:extLst>
            </p:cNvPr>
            <p:cNvSpPr/>
            <p:nvPr/>
          </p:nvSpPr>
          <p:spPr>
            <a:xfrm>
              <a:off x="0" y="0"/>
              <a:ext cx="15396444" cy="3066458"/>
            </a:xfrm>
            <a:custGeom>
              <a:avLst/>
              <a:gdLst/>
              <a:ahLst/>
              <a:cxnLst/>
              <a:rect l="l" t="t" r="r" b="b"/>
              <a:pathLst>
                <a:path w="15396444" h="3066458">
                  <a:moveTo>
                    <a:pt x="0" y="0"/>
                  </a:moveTo>
                  <a:lnTo>
                    <a:pt x="15396444" y="0"/>
                  </a:lnTo>
                  <a:lnTo>
                    <a:pt x="15396444" y="3066458"/>
                  </a:lnTo>
                  <a:lnTo>
                    <a:pt x="0" y="3066458"/>
                  </a:lnTo>
                  <a:lnTo>
                    <a:pt x="0" y="0"/>
                  </a:lnTo>
                  <a:close/>
                </a:path>
              </a:pathLst>
            </a:custGeom>
            <a:blipFill>
              <a:blip r:embed="rId6"/>
              <a:stretch>
                <a:fillRect/>
              </a:stretch>
            </a:blipFill>
          </p:spPr>
          <p:txBody>
            <a:bodyPr/>
            <a:lstStyle/>
            <a:p>
              <a:endParaRPr lang="en-PH"/>
            </a:p>
          </p:txBody>
        </p:sp>
        <p:sp>
          <p:nvSpPr>
            <p:cNvPr id="38" name="Freeform 17">
              <a:extLst>
                <a:ext uri="{FF2B5EF4-FFF2-40B4-BE49-F238E27FC236}">
                  <a16:creationId xmlns:a16="http://schemas.microsoft.com/office/drawing/2014/main" id="{C07C5E9D-B438-BC43-1182-D59B73776524}"/>
                </a:ext>
              </a:extLst>
            </p:cNvPr>
            <p:cNvSpPr/>
            <p:nvPr/>
          </p:nvSpPr>
          <p:spPr>
            <a:xfrm>
              <a:off x="0" y="0"/>
              <a:ext cx="15396444" cy="3066458"/>
            </a:xfrm>
            <a:custGeom>
              <a:avLst/>
              <a:gdLst/>
              <a:ahLst/>
              <a:cxnLst/>
              <a:rect l="l" t="t" r="r" b="b"/>
              <a:pathLst>
                <a:path w="15396444" h="3066458">
                  <a:moveTo>
                    <a:pt x="0" y="0"/>
                  </a:moveTo>
                  <a:lnTo>
                    <a:pt x="15396444" y="0"/>
                  </a:lnTo>
                  <a:lnTo>
                    <a:pt x="15396444" y="3066458"/>
                  </a:lnTo>
                  <a:lnTo>
                    <a:pt x="0" y="3066458"/>
                  </a:lnTo>
                  <a:lnTo>
                    <a:pt x="0" y="0"/>
                  </a:lnTo>
                  <a:close/>
                </a:path>
              </a:pathLst>
            </a:custGeom>
            <a:blipFill>
              <a:blip r:embed="rId6"/>
              <a:stretch>
                <a:fillRect/>
              </a:stretch>
            </a:blipFill>
          </p:spPr>
          <p:txBody>
            <a:bodyPr/>
            <a:lstStyle/>
            <a:p>
              <a:endParaRPr lang="en-PH"/>
            </a:p>
          </p:txBody>
        </p:sp>
        <p:sp>
          <p:nvSpPr>
            <p:cNvPr id="39" name="Freeform 18">
              <a:extLst>
                <a:ext uri="{FF2B5EF4-FFF2-40B4-BE49-F238E27FC236}">
                  <a16:creationId xmlns:a16="http://schemas.microsoft.com/office/drawing/2014/main" id="{3EDF1061-6B4F-EA34-8CB3-C2DE85B742AD}"/>
                </a:ext>
              </a:extLst>
            </p:cNvPr>
            <p:cNvSpPr/>
            <p:nvPr/>
          </p:nvSpPr>
          <p:spPr>
            <a:xfrm>
              <a:off x="0" y="0"/>
              <a:ext cx="15396444" cy="3066458"/>
            </a:xfrm>
            <a:custGeom>
              <a:avLst/>
              <a:gdLst/>
              <a:ahLst/>
              <a:cxnLst/>
              <a:rect l="l" t="t" r="r" b="b"/>
              <a:pathLst>
                <a:path w="15396444" h="3066458">
                  <a:moveTo>
                    <a:pt x="0" y="0"/>
                  </a:moveTo>
                  <a:lnTo>
                    <a:pt x="15396444" y="0"/>
                  </a:lnTo>
                  <a:lnTo>
                    <a:pt x="15396444" y="3066458"/>
                  </a:lnTo>
                  <a:lnTo>
                    <a:pt x="0" y="3066458"/>
                  </a:lnTo>
                  <a:lnTo>
                    <a:pt x="0" y="0"/>
                  </a:lnTo>
                  <a:close/>
                </a:path>
              </a:pathLst>
            </a:custGeom>
            <a:blipFill>
              <a:blip r:embed="rId6"/>
              <a:stretch>
                <a:fillRect/>
              </a:stretch>
            </a:blipFill>
          </p:spPr>
          <p:txBody>
            <a:bodyPr/>
            <a:lstStyle/>
            <a:p>
              <a:endParaRPr lang="en-PH"/>
            </a:p>
          </p:txBody>
        </p:sp>
        <p:sp>
          <p:nvSpPr>
            <p:cNvPr id="40" name="Freeform 19">
              <a:extLst>
                <a:ext uri="{FF2B5EF4-FFF2-40B4-BE49-F238E27FC236}">
                  <a16:creationId xmlns:a16="http://schemas.microsoft.com/office/drawing/2014/main" id="{FEC1DB46-6E3B-9969-3CEB-3154EFBA0C60}"/>
                </a:ext>
              </a:extLst>
            </p:cNvPr>
            <p:cNvSpPr/>
            <p:nvPr/>
          </p:nvSpPr>
          <p:spPr>
            <a:xfrm>
              <a:off x="0" y="0"/>
              <a:ext cx="15396444" cy="3066458"/>
            </a:xfrm>
            <a:custGeom>
              <a:avLst/>
              <a:gdLst/>
              <a:ahLst/>
              <a:cxnLst/>
              <a:rect l="l" t="t" r="r" b="b"/>
              <a:pathLst>
                <a:path w="15396444" h="3066458">
                  <a:moveTo>
                    <a:pt x="0" y="0"/>
                  </a:moveTo>
                  <a:lnTo>
                    <a:pt x="15396444" y="0"/>
                  </a:lnTo>
                  <a:lnTo>
                    <a:pt x="15396444" y="3066458"/>
                  </a:lnTo>
                  <a:lnTo>
                    <a:pt x="0" y="3066458"/>
                  </a:lnTo>
                  <a:lnTo>
                    <a:pt x="0" y="0"/>
                  </a:lnTo>
                  <a:close/>
                </a:path>
              </a:pathLst>
            </a:custGeom>
            <a:blipFill>
              <a:blip r:embed="rId6"/>
              <a:stretch>
                <a:fillRect/>
              </a:stretch>
            </a:blipFill>
          </p:spPr>
          <p:txBody>
            <a:bodyPr/>
            <a:lstStyle/>
            <a:p>
              <a:endParaRPr lang="en-PH"/>
            </a:p>
          </p:txBody>
        </p:sp>
      </p:grpSp>
      <p:grpSp>
        <p:nvGrpSpPr>
          <p:cNvPr id="2" name="Group 2">
            <a:extLst>
              <a:ext uri="{FF2B5EF4-FFF2-40B4-BE49-F238E27FC236}">
                <a16:creationId xmlns:a16="http://schemas.microsoft.com/office/drawing/2014/main" id="{B82989B9-4DCE-A126-136E-F8F4C68BD6E9}"/>
              </a:ext>
            </a:extLst>
          </p:cNvPr>
          <p:cNvGrpSpPr/>
          <p:nvPr/>
        </p:nvGrpSpPr>
        <p:grpSpPr>
          <a:xfrm>
            <a:off x="14554200" y="6438900"/>
            <a:ext cx="3886200" cy="3848100"/>
            <a:chOff x="0" y="0"/>
            <a:chExt cx="10022021" cy="9446043"/>
          </a:xfrm>
        </p:grpSpPr>
        <p:sp>
          <p:nvSpPr>
            <p:cNvPr id="3" name="Freeform 3">
              <a:extLst>
                <a:ext uri="{FF2B5EF4-FFF2-40B4-BE49-F238E27FC236}">
                  <a16:creationId xmlns:a16="http://schemas.microsoft.com/office/drawing/2014/main" id="{3B58B42C-B10B-43CF-710F-48EA5DB1AB7D}"/>
                </a:ext>
              </a:extLst>
            </p:cNvPr>
            <p:cNvSpPr/>
            <p:nvPr/>
          </p:nvSpPr>
          <p:spPr>
            <a:xfrm>
              <a:off x="0" y="0"/>
              <a:ext cx="10022021" cy="9446043"/>
            </a:xfrm>
            <a:custGeom>
              <a:avLst/>
              <a:gdLst/>
              <a:ahLst/>
              <a:cxnLst/>
              <a:rect l="l" t="t" r="r" b="b"/>
              <a:pathLst>
                <a:path w="10022021" h="9446043">
                  <a:moveTo>
                    <a:pt x="0" y="0"/>
                  </a:moveTo>
                  <a:lnTo>
                    <a:pt x="10022021" y="0"/>
                  </a:lnTo>
                  <a:lnTo>
                    <a:pt x="10022021" y="9446043"/>
                  </a:lnTo>
                  <a:lnTo>
                    <a:pt x="0" y="9446043"/>
                  </a:lnTo>
                  <a:lnTo>
                    <a:pt x="0" y="0"/>
                  </a:lnTo>
                  <a:close/>
                </a:path>
              </a:pathLst>
            </a:custGeom>
            <a:blipFill>
              <a:blip r:embed="rId7">
                <a:alphaModFix amt="50000"/>
              </a:blip>
              <a:stretch>
                <a:fillRect/>
              </a:stretch>
            </a:blipFill>
          </p:spPr>
          <p:txBody>
            <a:bodyPr/>
            <a:lstStyle/>
            <a:p>
              <a:endParaRPr lang="en-PH"/>
            </a:p>
          </p:txBody>
        </p:sp>
        <p:sp>
          <p:nvSpPr>
            <p:cNvPr id="4" name="Freeform 4">
              <a:extLst>
                <a:ext uri="{FF2B5EF4-FFF2-40B4-BE49-F238E27FC236}">
                  <a16:creationId xmlns:a16="http://schemas.microsoft.com/office/drawing/2014/main" id="{D422A987-245B-9365-B8BB-DD7B83B619D1}"/>
                </a:ext>
              </a:extLst>
            </p:cNvPr>
            <p:cNvSpPr/>
            <p:nvPr/>
          </p:nvSpPr>
          <p:spPr>
            <a:xfrm>
              <a:off x="0" y="0"/>
              <a:ext cx="10022021" cy="9446043"/>
            </a:xfrm>
            <a:custGeom>
              <a:avLst/>
              <a:gdLst/>
              <a:ahLst/>
              <a:cxnLst/>
              <a:rect l="l" t="t" r="r" b="b"/>
              <a:pathLst>
                <a:path w="10022021" h="9446043">
                  <a:moveTo>
                    <a:pt x="0" y="0"/>
                  </a:moveTo>
                  <a:lnTo>
                    <a:pt x="10022021" y="0"/>
                  </a:lnTo>
                  <a:lnTo>
                    <a:pt x="10022021" y="9446043"/>
                  </a:lnTo>
                  <a:lnTo>
                    <a:pt x="0" y="9446043"/>
                  </a:lnTo>
                  <a:lnTo>
                    <a:pt x="0" y="0"/>
                  </a:lnTo>
                  <a:close/>
                </a:path>
              </a:pathLst>
            </a:custGeom>
            <a:blipFill>
              <a:blip r:embed="rId7">
                <a:alphaModFix amt="50000"/>
              </a:blip>
              <a:stretch>
                <a:fillRect/>
              </a:stretch>
            </a:blipFill>
          </p:spPr>
          <p:txBody>
            <a:bodyPr/>
            <a:lstStyle/>
            <a:p>
              <a:endParaRPr lang="en-PH"/>
            </a:p>
          </p:txBody>
        </p:sp>
        <p:sp>
          <p:nvSpPr>
            <p:cNvPr id="5" name="Freeform 5">
              <a:extLst>
                <a:ext uri="{FF2B5EF4-FFF2-40B4-BE49-F238E27FC236}">
                  <a16:creationId xmlns:a16="http://schemas.microsoft.com/office/drawing/2014/main" id="{81CA60E6-F47F-D7BB-D17B-5D21C2C3E602}"/>
                </a:ext>
              </a:extLst>
            </p:cNvPr>
            <p:cNvSpPr/>
            <p:nvPr/>
          </p:nvSpPr>
          <p:spPr>
            <a:xfrm>
              <a:off x="0" y="0"/>
              <a:ext cx="10022021" cy="9446043"/>
            </a:xfrm>
            <a:custGeom>
              <a:avLst/>
              <a:gdLst/>
              <a:ahLst/>
              <a:cxnLst/>
              <a:rect l="l" t="t" r="r" b="b"/>
              <a:pathLst>
                <a:path w="10022021" h="9446043">
                  <a:moveTo>
                    <a:pt x="0" y="0"/>
                  </a:moveTo>
                  <a:lnTo>
                    <a:pt x="10022021" y="0"/>
                  </a:lnTo>
                  <a:lnTo>
                    <a:pt x="10022021" y="9446043"/>
                  </a:lnTo>
                  <a:lnTo>
                    <a:pt x="0" y="9446043"/>
                  </a:lnTo>
                  <a:lnTo>
                    <a:pt x="0" y="0"/>
                  </a:lnTo>
                  <a:close/>
                </a:path>
              </a:pathLst>
            </a:custGeom>
            <a:blipFill>
              <a:blip r:embed="rId7">
                <a:alphaModFix amt="50000"/>
              </a:blip>
              <a:stretch>
                <a:fillRect/>
              </a:stretch>
            </a:blipFill>
          </p:spPr>
          <p:txBody>
            <a:bodyPr/>
            <a:lstStyle/>
            <a:p>
              <a:endParaRPr lang="en-PH"/>
            </a:p>
          </p:txBody>
        </p:sp>
      </p:grpSp>
    </p:spTree>
    <p:extLst>
      <p:ext uri="{BB962C8B-B14F-4D97-AF65-F5344CB8AC3E}">
        <p14:creationId xmlns:p14="http://schemas.microsoft.com/office/powerpoint/2010/main" val="314352263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6861DC-A208-91BC-A4F1-7D6DA76228FE}"/>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E2CD5CE4-5D93-8E16-C029-52EF6EECC986}"/>
              </a:ext>
            </a:extLst>
          </p:cNvPr>
          <p:cNvGrpSpPr/>
          <p:nvPr/>
        </p:nvGrpSpPr>
        <p:grpSpPr>
          <a:xfrm>
            <a:off x="15240000" y="7086600"/>
            <a:ext cx="3200400" cy="3200400"/>
            <a:chOff x="0" y="0"/>
            <a:chExt cx="10022021" cy="9446043"/>
          </a:xfrm>
        </p:grpSpPr>
        <p:sp>
          <p:nvSpPr>
            <p:cNvPr id="3" name="Freeform 3">
              <a:extLst>
                <a:ext uri="{FF2B5EF4-FFF2-40B4-BE49-F238E27FC236}">
                  <a16:creationId xmlns:a16="http://schemas.microsoft.com/office/drawing/2014/main" id="{FE5158D0-3AD7-D506-5898-0B18B80A99BD}"/>
                </a:ext>
              </a:extLst>
            </p:cNvPr>
            <p:cNvSpPr/>
            <p:nvPr/>
          </p:nvSpPr>
          <p:spPr>
            <a:xfrm>
              <a:off x="0" y="0"/>
              <a:ext cx="10022021" cy="9446043"/>
            </a:xfrm>
            <a:custGeom>
              <a:avLst/>
              <a:gdLst/>
              <a:ahLst/>
              <a:cxnLst/>
              <a:rect l="l" t="t" r="r" b="b"/>
              <a:pathLst>
                <a:path w="10022021" h="9446043">
                  <a:moveTo>
                    <a:pt x="0" y="0"/>
                  </a:moveTo>
                  <a:lnTo>
                    <a:pt x="10022021" y="0"/>
                  </a:lnTo>
                  <a:lnTo>
                    <a:pt x="10022021" y="9446043"/>
                  </a:lnTo>
                  <a:lnTo>
                    <a:pt x="0" y="9446043"/>
                  </a:lnTo>
                  <a:lnTo>
                    <a:pt x="0" y="0"/>
                  </a:lnTo>
                  <a:close/>
                </a:path>
              </a:pathLst>
            </a:custGeom>
            <a:blipFill>
              <a:blip r:embed="rId3">
                <a:alphaModFix amt="5000"/>
              </a:blip>
              <a:stretch>
                <a:fillRect/>
              </a:stretch>
            </a:blipFill>
          </p:spPr>
          <p:txBody>
            <a:bodyPr/>
            <a:lstStyle/>
            <a:p>
              <a:endParaRPr lang="en-PH"/>
            </a:p>
          </p:txBody>
        </p:sp>
        <p:sp>
          <p:nvSpPr>
            <p:cNvPr id="4" name="Freeform 4">
              <a:extLst>
                <a:ext uri="{FF2B5EF4-FFF2-40B4-BE49-F238E27FC236}">
                  <a16:creationId xmlns:a16="http://schemas.microsoft.com/office/drawing/2014/main" id="{7AC3A274-8570-A654-2847-0CBFF8341AC0}"/>
                </a:ext>
              </a:extLst>
            </p:cNvPr>
            <p:cNvSpPr/>
            <p:nvPr/>
          </p:nvSpPr>
          <p:spPr>
            <a:xfrm>
              <a:off x="0" y="0"/>
              <a:ext cx="10022021" cy="9446043"/>
            </a:xfrm>
            <a:custGeom>
              <a:avLst/>
              <a:gdLst/>
              <a:ahLst/>
              <a:cxnLst/>
              <a:rect l="l" t="t" r="r" b="b"/>
              <a:pathLst>
                <a:path w="10022021" h="9446043">
                  <a:moveTo>
                    <a:pt x="0" y="0"/>
                  </a:moveTo>
                  <a:lnTo>
                    <a:pt x="10022021" y="0"/>
                  </a:lnTo>
                  <a:lnTo>
                    <a:pt x="10022021" y="9446043"/>
                  </a:lnTo>
                  <a:lnTo>
                    <a:pt x="0" y="9446043"/>
                  </a:lnTo>
                  <a:lnTo>
                    <a:pt x="0" y="0"/>
                  </a:lnTo>
                  <a:close/>
                </a:path>
              </a:pathLst>
            </a:custGeom>
            <a:blipFill>
              <a:blip r:embed="rId3">
                <a:alphaModFix amt="5000"/>
              </a:blip>
              <a:stretch>
                <a:fillRect/>
              </a:stretch>
            </a:blipFill>
          </p:spPr>
          <p:txBody>
            <a:bodyPr/>
            <a:lstStyle/>
            <a:p>
              <a:endParaRPr lang="en-PH"/>
            </a:p>
          </p:txBody>
        </p:sp>
        <p:sp>
          <p:nvSpPr>
            <p:cNvPr id="5" name="Freeform 5">
              <a:extLst>
                <a:ext uri="{FF2B5EF4-FFF2-40B4-BE49-F238E27FC236}">
                  <a16:creationId xmlns:a16="http://schemas.microsoft.com/office/drawing/2014/main" id="{482AFBDB-B69D-3C32-3324-3AC116ED5D47}"/>
                </a:ext>
              </a:extLst>
            </p:cNvPr>
            <p:cNvSpPr/>
            <p:nvPr/>
          </p:nvSpPr>
          <p:spPr>
            <a:xfrm>
              <a:off x="0" y="0"/>
              <a:ext cx="10022021" cy="9446043"/>
            </a:xfrm>
            <a:custGeom>
              <a:avLst/>
              <a:gdLst/>
              <a:ahLst/>
              <a:cxnLst/>
              <a:rect l="l" t="t" r="r" b="b"/>
              <a:pathLst>
                <a:path w="10022021" h="9446043">
                  <a:moveTo>
                    <a:pt x="0" y="0"/>
                  </a:moveTo>
                  <a:lnTo>
                    <a:pt x="10022021" y="0"/>
                  </a:lnTo>
                  <a:lnTo>
                    <a:pt x="10022021" y="9446043"/>
                  </a:lnTo>
                  <a:lnTo>
                    <a:pt x="0" y="9446043"/>
                  </a:lnTo>
                  <a:lnTo>
                    <a:pt x="0" y="0"/>
                  </a:lnTo>
                  <a:close/>
                </a:path>
              </a:pathLst>
            </a:custGeom>
            <a:blipFill>
              <a:blip r:embed="rId3">
                <a:alphaModFix amt="5000"/>
              </a:blip>
              <a:stretch>
                <a:fillRect/>
              </a:stretch>
            </a:blipFill>
          </p:spPr>
          <p:txBody>
            <a:bodyPr/>
            <a:lstStyle/>
            <a:p>
              <a:endParaRPr lang="en-PH"/>
            </a:p>
          </p:txBody>
        </p:sp>
      </p:grpSp>
      <p:sp>
        <p:nvSpPr>
          <p:cNvPr id="20" name="Freeform 20">
            <a:extLst>
              <a:ext uri="{FF2B5EF4-FFF2-40B4-BE49-F238E27FC236}">
                <a16:creationId xmlns:a16="http://schemas.microsoft.com/office/drawing/2014/main" id="{A7250971-8098-7F9D-FD09-C4FADAD6AB31}"/>
              </a:ext>
            </a:extLst>
          </p:cNvPr>
          <p:cNvSpPr/>
          <p:nvPr/>
        </p:nvSpPr>
        <p:spPr>
          <a:xfrm>
            <a:off x="16022831" y="9062992"/>
            <a:ext cx="2228298" cy="1222779"/>
          </a:xfrm>
          <a:custGeom>
            <a:avLst/>
            <a:gdLst/>
            <a:ahLst/>
            <a:cxnLst/>
            <a:rect l="l" t="t" r="r" b="b"/>
            <a:pathLst>
              <a:path w="2228298" h="1222779">
                <a:moveTo>
                  <a:pt x="0" y="0"/>
                </a:moveTo>
                <a:lnTo>
                  <a:pt x="2228298" y="0"/>
                </a:lnTo>
                <a:lnTo>
                  <a:pt x="2228298" y="1222779"/>
                </a:lnTo>
                <a:lnTo>
                  <a:pt x="0" y="122277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PH"/>
          </a:p>
        </p:txBody>
      </p:sp>
      <p:pic>
        <p:nvPicPr>
          <p:cNvPr id="19" name="Picture 18" descr="A blue and orange square&#10;&#10;Description automatically generated">
            <a:extLst>
              <a:ext uri="{FF2B5EF4-FFF2-40B4-BE49-F238E27FC236}">
                <a16:creationId xmlns:a16="http://schemas.microsoft.com/office/drawing/2014/main" id="{6DD246AD-7566-BD4B-358F-7AB3E7361F58}"/>
              </a:ext>
            </a:extLst>
          </p:cNvPr>
          <p:cNvPicPr>
            <a:picLocks noChangeAspect="1"/>
          </p:cNvPicPr>
          <p:nvPr/>
        </p:nvPicPr>
        <p:blipFill rotWithShape="1">
          <a:blip r:embed="rId6" cstate="print">
            <a:alphaModFix amt="50000"/>
            <a:extLst>
              <a:ext uri="{28A0092B-C50C-407E-A947-70E740481C1C}">
                <a14:useLocalDpi xmlns:a14="http://schemas.microsoft.com/office/drawing/2010/main" val="0"/>
              </a:ext>
            </a:extLst>
          </a:blip>
          <a:srcRect l="10012"/>
          <a:stretch/>
        </p:blipFill>
        <p:spPr>
          <a:xfrm>
            <a:off x="-11723" y="0"/>
            <a:ext cx="18251129" cy="2095500"/>
          </a:xfrm>
          <a:prstGeom prst="rect">
            <a:avLst/>
          </a:prstGeom>
        </p:spPr>
      </p:pic>
      <p:sp>
        <p:nvSpPr>
          <p:cNvPr id="21" name="TextBox 28">
            <a:extLst>
              <a:ext uri="{FF2B5EF4-FFF2-40B4-BE49-F238E27FC236}">
                <a16:creationId xmlns:a16="http://schemas.microsoft.com/office/drawing/2014/main" id="{98CEFD5A-FF4A-A959-836D-9286E65EE4DC}"/>
              </a:ext>
            </a:extLst>
          </p:cNvPr>
          <p:cNvSpPr txBox="1"/>
          <p:nvPr/>
        </p:nvSpPr>
        <p:spPr>
          <a:xfrm>
            <a:off x="749993" y="-15883"/>
            <a:ext cx="16381125" cy="1399037"/>
          </a:xfrm>
          <a:prstGeom prst="rect">
            <a:avLst/>
          </a:prstGeom>
        </p:spPr>
        <p:txBody>
          <a:bodyPr wrap="square" lIns="0" tIns="0" rIns="0" bIns="0" rtlCol="0" anchor="t">
            <a:spAutoFit/>
          </a:bodyPr>
          <a:lstStyle/>
          <a:p>
            <a:pPr>
              <a:lnSpc>
                <a:spcPts val="12857"/>
              </a:lnSpc>
            </a:pPr>
            <a:r>
              <a:rPr lang="en-US" sz="4800" i="1" spc="-360" dirty="0">
                <a:ln>
                  <a:solidFill>
                    <a:schemeClr val="tx1"/>
                  </a:solidFill>
                </a:ln>
                <a:solidFill>
                  <a:schemeClr val="bg1"/>
                </a:solidFill>
                <a:latin typeface="Consolas" panose="020B0609020204030204" pitchFamily="49" charset="0"/>
                <a:ea typeface="Cambria" panose="02040503050406030204" pitchFamily="18" charset="0"/>
              </a:rPr>
              <a:t>Python Operators</a:t>
            </a:r>
          </a:p>
        </p:txBody>
      </p:sp>
      <p:sp>
        <p:nvSpPr>
          <p:cNvPr id="6" name="TextBox 5">
            <a:extLst>
              <a:ext uri="{FF2B5EF4-FFF2-40B4-BE49-F238E27FC236}">
                <a16:creationId xmlns:a16="http://schemas.microsoft.com/office/drawing/2014/main" id="{818CEE99-A048-B5CC-54E2-B95A5B65C6A7}"/>
              </a:ext>
            </a:extLst>
          </p:cNvPr>
          <p:cNvSpPr txBox="1"/>
          <p:nvPr/>
        </p:nvSpPr>
        <p:spPr>
          <a:xfrm>
            <a:off x="637059" y="2277070"/>
            <a:ext cx="16953563" cy="1754326"/>
          </a:xfrm>
          <a:prstGeom prst="rect">
            <a:avLst/>
          </a:prstGeom>
          <a:noFill/>
        </p:spPr>
        <p:txBody>
          <a:bodyPr wrap="square">
            <a:spAutoFit/>
          </a:bodyPr>
          <a:lstStyle/>
          <a:p>
            <a:pPr algn="just"/>
            <a:r>
              <a:rPr lang="en-US" sz="3600" dirty="0">
                <a:latin typeface="Consolas" panose="020B0609020204030204" pitchFamily="49" charset="0"/>
              </a:rPr>
              <a:t>Operators are used to perform operations on variables and values.</a:t>
            </a:r>
          </a:p>
          <a:p>
            <a:pPr algn="just"/>
            <a:r>
              <a:rPr lang="en-US" sz="3600" dirty="0">
                <a:latin typeface="Consolas" panose="020B0609020204030204" pitchFamily="49" charset="0"/>
              </a:rPr>
              <a:t>In the example below, we use the + operator to add together two values:</a:t>
            </a:r>
          </a:p>
        </p:txBody>
      </p:sp>
      <p:pic>
        <p:nvPicPr>
          <p:cNvPr id="9" name="Picture 2">
            <a:extLst>
              <a:ext uri="{FF2B5EF4-FFF2-40B4-BE49-F238E27FC236}">
                <a16:creationId xmlns:a16="http://schemas.microsoft.com/office/drawing/2014/main" id="{BA97D5DC-A698-73E3-C62E-5110B3A0874B}"/>
              </a:ext>
            </a:extLst>
          </p:cNvPr>
          <p:cNvPicPr>
            <a:picLocks noChangeAspect="1" noChangeArrowheads="1"/>
          </p:cNvPicPr>
          <p:nvPr/>
        </p:nvPicPr>
        <p:blipFill rotWithShape="1">
          <a:blip r:embed="rId7">
            <a:extLst>
              <a:ext uri="{28A0092B-C50C-407E-A947-70E740481C1C}">
                <a14:useLocalDpi xmlns:a14="http://schemas.microsoft.com/office/drawing/2010/main" val="0"/>
              </a:ext>
            </a:extLst>
          </a:blip>
          <a:srcRect l="27794" t="8854" b="64063"/>
          <a:stretch/>
        </p:blipFill>
        <p:spPr bwMode="auto">
          <a:xfrm>
            <a:off x="749993" y="4312504"/>
            <a:ext cx="11868150" cy="258359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87128583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A00ADD-5049-6D7C-8A6B-6095F9FB24D4}"/>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C4C86EB4-81F8-51E1-9B0B-B4E8B60857CE}"/>
              </a:ext>
            </a:extLst>
          </p:cNvPr>
          <p:cNvGrpSpPr/>
          <p:nvPr/>
        </p:nvGrpSpPr>
        <p:grpSpPr>
          <a:xfrm>
            <a:off x="15240000" y="7086600"/>
            <a:ext cx="3200400" cy="3200400"/>
            <a:chOff x="0" y="0"/>
            <a:chExt cx="10022021" cy="9446043"/>
          </a:xfrm>
        </p:grpSpPr>
        <p:sp>
          <p:nvSpPr>
            <p:cNvPr id="3" name="Freeform 3">
              <a:extLst>
                <a:ext uri="{FF2B5EF4-FFF2-40B4-BE49-F238E27FC236}">
                  <a16:creationId xmlns:a16="http://schemas.microsoft.com/office/drawing/2014/main" id="{23931CB7-9171-B365-0215-E8442D61770D}"/>
                </a:ext>
              </a:extLst>
            </p:cNvPr>
            <p:cNvSpPr/>
            <p:nvPr/>
          </p:nvSpPr>
          <p:spPr>
            <a:xfrm>
              <a:off x="0" y="0"/>
              <a:ext cx="10022021" cy="9446043"/>
            </a:xfrm>
            <a:custGeom>
              <a:avLst/>
              <a:gdLst/>
              <a:ahLst/>
              <a:cxnLst/>
              <a:rect l="l" t="t" r="r" b="b"/>
              <a:pathLst>
                <a:path w="10022021" h="9446043">
                  <a:moveTo>
                    <a:pt x="0" y="0"/>
                  </a:moveTo>
                  <a:lnTo>
                    <a:pt x="10022021" y="0"/>
                  </a:lnTo>
                  <a:lnTo>
                    <a:pt x="10022021" y="9446043"/>
                  </a:lnTo>
                  <a:lnTo>
                    <a:pt x="0" y="9446043"/>
                  </a:lnTo>
                  <a:lnTo>
                    <a:pt x="0" y="0"/>
                  </a:lnTo>
                  <a:close/>
                </a:path>
              </a:pathLst>
            </a:custGeom>
            <a:blipFill>
              <a:blip r:embed="rId3">
                <a:alphaModFix amt="5000"/>
              </a:blip>
              <a:stretch>
                <a:fillRect/>
              </a:stretch>
            </a:blipFill>
          </p:spPr>
          <p:txBody>
            <a:bodyPr/>
            <a:lstStyle/>
            <a:p>
              <a:endParaRPr lang="en-PH"/>
            </a:p>
          </p:txBody>
        </p:sp>
        <p:sp>
          <p:nvSpPr>
            <p:cNvPr id="4" name="Freeform 4">
              <a:extLst>
                <a:ext uri="{FF2B5EF4-FFF2-40B4-BE49-F238E27FC236}">
                  <a16:creationId xmlns:a16="http://schemas.microsoft.com/office/drawing/2014/main" id="{51CAAE01-D9CB-7EC4-E94E-5C6D55E0A539}"/>
                </a:ext>
              </a:extLst>
            </p:cNvPr>
            <p:cNvSpPr/>
            <p:nvPr/>
          </p:nvSpPr>
          <p:spPr>
            <a:xfrm>
              <a:off x="0" y="0"/>
              <a:ext cx="10022021" cy="9446043"/>
            </a:xfrm>
            <a:custGeom>
              <a:avLst/>
              <a:gdLst/>
              <a:ahLst/>
              <a:cxnLst/>
              <a:rect l="l" t="t" r="r" b="b"/>
              <a:pathLst>
                <a:path w="10022021" h="9446043">
                  <a:moveTo>
                    <a:pt x="0" y="0"/>
                  </a:moveTo>
                  <a:lnTo>
                    <a:pt x="10022021" y="0"/>
                  </a:lnTo>
                  <a:lnTo>
                    <a:pt x="10022021" y="9446043"/>
                  </a:lnTo>
                  <a:lnTo>
                    <a:pt x="0" y="9446043"/>
                  </a:lnTo>
                  <a:lnTo>
                    <a:pt x="0" y="0"/>
                  </a:lnTo>
                  <a:close/>
                </a:path>
              </a:pathLst>
            </a:custGeom>
            <a:blipFill>
              <a:blip r:embed="rId3">
                <a:alphaModFix amt="5000"/>
              </a:blip>
              <a:stretch>
                <a:fillRect/>
              </a:stretch>
            </a:blipFill>
          </p:spPr>
          <p:txBody>
            <a:bodyPr/>
            <a:lstStyle/>
            <a:p>
              <a:endParaRPr lang="en-PH"/>
            </a:p>
          </p:txBody>
        </p:sp>
        <p:sp>
          <p:nvSpPr>
            <p:cNvPr id="5" name="Freeform 5">
              <a:extLst>
                <a:ext uri="{FF2B5EF4-FFF2-40B4-BE49-F238E27FC236}">
                  <a16:creationId xmlns:a16="http://schemas.microsoft.com/office/drawing/2014/main" id="{296CD97C-2CF7-8F08-1A41-C73A58FEF5CC}"/>
                </a:ext>
              </a:extLst>
            </p:cNvPr>
            <p:cNvSpPr/>
            <p:nvPr/>
          </p:nvSpPr>
          <p:spPr>
            <a:xfrm>
              <a:off x="0" y="0"/>
              <a:ext cx="10022021" cy="9446043"/>
            </a:xfrm>
            <a:custGeom>
              <a:avLst/>
              <a:gdLst/>
              <a:ahLst/>
              <a:cxnLst/>
              <a:rect l="l" t="t" r="r" b="b"/>
              <a:pathLst>
                <a:path w="10022021" h="9446043">
                  <a:moveTo>
                    <a:pt x="0" y="0"/>
                  </a:moveTo>
                  <a:lnTo>
                    <a:pt x="10022021" y="0"/>
                  </a:lnTo>
                  <a:lnTo>
                    <a:pt x="10022021" y="9446043"/>
                  </a:lnTo>
                  <a:lnTo>
                    <a:pt x="0" y="9446043"/>
                  </a:lnTo>
                  <a:lnTo>
                    <a:pt x="0" y="0"/>
                  </a:lnTo>
                  <a:close/>
                </a:path>
              </a:pathLst>
            </a:custGeom>
            <a:blipFill>
              <a:blip r:embed="rId3">
                <a:alphaModFix amt="5000"/>
              </a:blip>
              <a:stretch>
                <a:fillRect/>
              </a:stretch>
            </a:blipFill>
          </p:spPr>
          <p:txBody>
            <a:bodyPr/>
            <a:lstStyle/>
            <a:p>
              <a:endParaRPr lang="en-PH"/>
            </a:p>
          </p:txBody>
        </p:sp>
      </p:grpSp>
      <p:sp>
        <p:nvSpPr>
          <p:cNvPr id="20" name="Freeform 20">
            <a:extLst>
              <a:ext uri="{FF2B5EF4-FFF2-40B4-BE49-F238E27FC236}">
                <a16:creationId xmlns:a16="http://schemas.microsoft.com/office/drawing/2014/main" id="{B62800FE-E38B-F6A4-9FBC-890015D0A151}"/>
              </a:ext>
            </a:extLst>
          </p:cNvPr>
          <p:cNvSpPr/>
          <p:nvPr/>
        </p:nvSpPr>
        <p:spPr>
          <a:xfrm>
            <a:off x="16022831" y="9062992"/>
            <a:ext cx="2228298" cy="1222779"/>
          </a:xfrm>
          <a:custGeom>
            <a:avLst/>
            <a:gdLst/>
            <a:ahLst/>
            <a:cxnLst/>
            <a:rect l="l" t="t" r="r" b="b"/>
            <a:pathLst>
              <a:path w="2228298" h="1222779">
                <a:moveTo>
                  <a:pt x="0" y="0"/>
                </a:moveTo>
                <a:lnTo>
                  <a:pt x="2228298" y="0"/>
                </a:lnTo>
                <a:lnTo>
                  <a:pt x="2228298" y="1222779"/>
                </a:lnTo>
                <a:lnTo>
                  <a:pt x="0" y="122277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PH"/>
          </a:p>
        </p:txBody>
      </p:sp>
      <p:pic>
        <p:nvPicPr>
          <p:cNvPr id="19" name="Picture 18" descr="A blue and orange square&#10;&#10;Description automatically generated">
            <a:extLst>
              <a:ext uri="{FF2B5EF4-FFF2-40B4-BE49-F238E27FC236}">
                <a16:creationId xmlns:a16="http://schemas.microsoft.com/office/drawing/2014/main" id="{9AE9712D-B0A5-D0AA-4D3C-C78700FD88E1}"/>
              </a:ext>
            </a:extLst>
          </p:cNvPr>
          <p:cNvPicPr>
            <a:picLocks noChangeAspect="1"/>
          </p:cNvPicPr>
          <p:nvPr/>
        </p:nvPicPr>
        <p:blipFill rotWithShape="1">
          <a:blip r:embed="rId6" cstate="print">
            <a:alphaModFix amt="50000"/>
            <a:extLst>
              <a:ext uri="{28A0092B-C50C-407E-A947-70E740481C1C}">
                <a14:useLocalDpi xmlns:a14="http://schemas.microsoft.com/office/drawing/2010/main" val="0"/>
              </a:ext>
            </a:extLst>
          </a:blip>
          <a:srcRect l="10012"/>
          <a:stretch/>
        </p:blipFill>
        <p:spPr>
          <a:xfrm>
            <a:off x="-11723" y="0"/>
            <a:ext cx="18251129" cy="2095500"/>
          </a:xfrm>
          <a:prstGeom prst="rect">
            <a:avLst/>
          </a:prstGeom>
        </p:spPr>
      </p:pic>
      <p:sp>
        <p:nvSpPr>
          <p:cNvPr id="21" name="TextBox 28">
            <a:extLst>
              <a:ext uri="{FF2B5EF4-FFF2-40B4-BE49-F238E27FC236}">
                <a16:creationId xmlns:a16="http://schemas.microsoft.com/office/drawing/2014/main" id="{284E22D5-2C4A-097E-9836-15BD683790DF}"/>
              </a:ext>
            </a:extLst>
          </p:cNvPr>
          <p:cNvSpPr txBox="1"/>
          <p:nvPr/>
        </p:nvSpPr>
        <p:spPr>
          <a:xfrm>
            <a:off x="749993" y="-15883"/>
            <a:ext cx="16381125" cy="1399037"/>
          </a:xfrm>
          <a:prstGeom prst="rect">
            <a:avLst/>
          </a:prstGeom>
        </p:spPr>
        <p:txBody>
          <a:bodyPr wrap="square" lIns="0" tIns="0" rIns="0" bIns="0" rtlCol="0" anchor="t">
            <a:spAutoFit/>
          </a:bodyPr>
          <a:lstStyle/>
          <a:p>
            <a:pPr>
              <a:lnSpc>
                <a:spcPts val="12857"/>
              </a:lnSpc>
            </a:pPr>
            <a:r>
              <a:rPr lang="en-US" sz="4800" i="1" spc="-360" dirty="0">
                <a:ln>
                  <a:solidFill>
                    <a:schemeClr val="tx1"/>
                  </a:solidFill>
                </a:ln>
                <a:solidFill>
                  <a:schemeClr val="bg1"/>
                </a:solidFill>
                <a:latin typeface="Consolas" panose="020B0609020204030204" pitchFamily="49" charset="0"/>
                <a:ea typeface="Cambria" panose="02040503050406030204" pitchFamily="18" charset="0"/>
              </a:rPr>
              <a:t>Arithmetic Operators</a:t>
            </a:r>
          </a:p>
        </p:txBody>
      </p:sp>
      <p:sp>
        <p:nvSpPr>
          <p:cNvPr id="6" name="TextBox 5">
            <a:extLst>
              <a:ext uri="{FF2B5EF4-FFF2-40B4-BE49-F238E27FC236}">
                <a16:creationId xmlns:a16="http://schemas.microsoft.com/office/drawing/2014/main" id="{19FF8DE4-4C3C-EBA2-7165-A66A1AAF2B5E}"/>
              </a:ext>
            </a:extLst>
          </p:cNvPr>
          <p:cNvSpPr txBox="1"/>
          <p:nvPr/>
        </p:nvSpPr>
        <p:spPr>
          <a:xfrm>
            <a:off x="463773" y="2159217"/>
            <a:ext cx="16953563" cy="1200329"/>
          </a:xfrm>
          <a:prstGeom prst="rect">
            <a:avLst/>
          </a:prstGeom>
          <a:noFill/>
        </p:spPr>
        <p:txBody>
          <a:bodyPr wrap="square">
            <a:spAutoFit/>
          </a:bodyPr>
          <a:lstStyle/>
          <a:p>
            <a:pPr algn="just"/>
            <a:r>
              <a:rPr lang="en-US" sz="3600" dirty="0">
                <a:latin typeface="Consolas" panose="020B0609020204030204" pitchFamily="49" charset="0"/>
              </a:rPr>
              <a:t>Arithmetic operators are used with numeric values to perform common mathematical operations.</a:t>
            </a:r>
          </a:p>
        </p:txBody>
      </p:sp>
      <p:graphicFrame>
        <p:nvGraphicFramePr>
          <p:cNvPr id="7" name="Table 6">
            <a:extLst>
              <a:ext uri="{FF2B5EF4-FFF2-40B4-BE49-F238E27FC236}">
                <a16:creationId xmlns:a16="http://schemas.microsoft.com/office/drawing/2014/main" id="{07FD4284-9E0F-E62F-79E3-2624060EEA4C}"/>
              </a:ext>
            </a:extLst>
          </p:cNvPr>
          <p:cNvGraphicFramePr>
            <a:graphicFrameLocks noGrp="1"/>
          </p:cNvGraphicFramePr>
          <p:nvPr>
            <p:extLst>
              <p:ext uri="{D42A27DB-BD31-4B8C-83A1-F6EECF244321}">
                <p14:modId xmlns:p14="http://schemas.microsoft.com/office/powerpoint/2010/main" val="1309808447"/>
              </p:ext>
            </p:extLst>
          </p:nvPr>
        </p:nvGraphicFramePr>
        <p:xfrm>
          <a:off x="463772" y="3359546"/>
          <a:ext cx="16833627" cy="6355954"/>
        </p:xfrm>
        <a:graphic>
          <a:graphicData uri="http://schemas.openxmlformats.org/drawingml/2006/table">
            <a:tbl>
              <a:tblPr firstRow="1" bandRow="1">
                <a:tableStyleId>{10A1B5D5-9B99-4C35-A422-299274C87663}</a:tableStyleId>
              </a:tblPr>
              <a:tblGrid>
                <a:gridCol w="5611209">
                  <a:extLst>
                    <a:ext uri="{9D8B030D-6E8A-4147-A177-3AD203B41FA5}">
                      <a16:colId xmlns:a16="http://schemas.microsoft.com/office/drawing/2014/main" val="20000"/>
                    </a:ext>
                  </a:extLst>
                </a:gridCol>
                <a:gridCol w="5611209">
                  <a:extLst>
                    <a:ext uri="{9D8B030D-6E8A-4147-A177-3AD203B41FA5}">
                      <a16:colId xmlns:a16="http://schemas.microsoft.com/office/drawing/2014/main" val="20001"/>
                    </a:ext>
                  </a:extLst>
                </a:gridCol>
                <a:gridCol w="5611209">
                  <a:extLst>
                    <a:ext uri="{9D8B030D-6E8A-4147-A177-3AD203B41FA5}">
                      <a16:colId xmlns:a16="http://schemas.microsoft.com/office/drawing/2014/main" val="20002"/>
                    </a:ext>
                  </a:extLst>
                </a:gridCol>
              </a:tblGrid>
              <a:tr h="759517">
                <a:tc>
                  <a:txBody>
                    <a:bodyPr/>
                    <a:lstStyle/>
                    <a:p>
                      <a:pPr algn="ctr" fontAlgn="t"/>
                      <a:r>
                        <a:rPr lang="en-US" sz="2800" dirty="0">
                          <a:effectLst/>
                          <a:latin typeface="Consolas" panose="020B0609020204030204" pitchFamily="49" charset="0"/>
                        </a:rPr>
                        <a:t>Operator</a:t>
                      </a:r>
                    </a:p>
                  </a:txBody>
                  <a:tcPr marL="152400" marR="76200" marT="76200" marB="76200" anchor="ctr"/>
                </a:tc>
                <a:tc>
                  <a:txBody>
                    <a:bodyPr/>
                    <a:lstStyle/>
                    <a:p>
                      <a:pPr algn="ctr" fontAlgn="t"/>
                      <a:r>
                        <a:rPr lang="en-US" sz="2800" dirty="0">
                          <a:effectLst/>
                          <a:latin typeface="Consolas" panose="020B0609020204030204" pitchFamily="49" charset="0"/>
                        </a:rPr>
                        <a:t>Name</a:t>
                      </a:r>
                    </a:p>
                  </a:txBody>
                  <a:tcPr marL="152400" marR="76200" marT="76200" marB="76200" anchor="ctr"/>
                </a:tc>
                <a:tc>
                  <a:txBody>
                    <a:bodyPr/>
                    <a:lstStyle/>
                    <a:p>
                      <a:pPr algn="ctr" fontAlgn="t"/>
                      <a:r>
                        <a:rPr lang="en-US" sz="2800" dirty="0">
                          <a:effectLst/>
                          <a:latin typeface="Consolas" panose="020B0609020204030204" pitchFamily="49" charset="0"/>
                        </a:rPr>
                        <a:t>Example</a:t>
                      </a:r>
                    </a:p>
                  </a:txBody>
                  <a:tcPr marL="76200" marR="76200" marT="76200" marB="76200" anchor="ctr"/>
                </a:tc>
                <a:extLst>
                  <a:ext uri="{0D108BD9-81ED-4DB2-BD59-A6C34878D82A}">
                    <a16:rowId xmlns:a16="http://schemas.microsoft.com/office/drawing/2014/main" val="10000"/>
                  </a:ext>
                </a:extLst>
              </a:tr>
              <a:tr h="799491">
                <a:tc>
                  <a:txBody>
                    <a:bodyPr/>
                    <a:lstStyle/>
                    <a:p>
                      <a:pPr algn="ctr" fontAlgn="t"/>
                      <a:r>
                        <a:rPr lang="en-US" sz="2800" dirty="0">
                          <a:effectLst/>
                          <a:latin typeface="Consolas" panose="020B0609020204030204" pitchFamily="49" charset="0"/>
                        </a:rPr>
                        <a:t>+</a:t>
                      </a:r>
                      <a:endParaRPr lang="en-US" sz="2800" dirty="0">
                        <a:solidFill>
                          <a:schemeClr val="bg1"/>
                        </a:solidFill>
                        <a:effectLst/>
                        <a:latin typeface="Consolas" panose="020B0609020204030204" pitchFamily="49" charset="0"/>
                      </a:endParaRPr>
                    </a:p>
                  </a:txBody>
                  <a:tcPr marL="152400" marR="76200" marT="76200" marB="76200" anchor="ctr"/>
                </a:tc>
                <a:tc>
                  <a:txBody>
                    <a:bodyPr/>
                    <a:lstStyle/>
                    <a:p>
                      <a:pPr algn="ctr" fontAlgn="t"/>
                      <a:r>
                        <a:rPr lang="en-US" sz="2800">
                          <a:effectLst/>
                          <a:latin typeface="Consolas" panose="020B0609020204030204" pitchFamily="49" charset="0"/>
                        </a:rPr>
                        <a:t>Addition</a:t>
                      </a:r>
                      <a:endParaRPr lang="en-US" sz="2800">
                        <a:solidFill>
                          <a:schemeClr val="bg1"/>
                        </a:solidFill>
                        <a:effectLst/>
                        <a:latin typeface="Consolas" panose="020B0609020204030204" pitchFamily="49" charset="0"/>
                      </a:endParaRPr>
                    </a:p>
                  </a:txBody>
                  <a:tcPr marL="76200" marR="76200" marT="76200" marB="76200" anchor="ctr"/>
                </a:tc>
                <a:tc>
                  <a:txBody>
                    <a:bodyPr/>
                    <a:lstStyle/>
                    <a:p>
                      <a:pPr algn="ctr" fontAlgn="t"/>
                      <a:r>
                        <a:rPr lang="en-US" sz="2800">
                          <a:effectLst/>
                          <a:latin typeface="Consolas" panose="020B0609020204030204" pitchFamily="49" charset="0"/>
                        </a:rPr>
                        <a:t>x + y</a:t>
                      </a:r>
                      <a:endParaRPr lang="en-US" sz="2800">
                        <a:solidFill>
                          <a:schemeClr val="bg1"/>
                        </a:solidFill>
                        <a:effectLst/>
                        <a:latin typeface="Consolas" panose="020B0609020204030204" pitchFamily="49" charset="0"/>
                      </a:endParaRPr>
                    </a:p>
                  </a:txBody>
                  <a:tcPr marL="76200" marR="76200" marT="76200" marB="76200" anchor="ctr"/>
                </a:tc>
                <a:extLst>
                  <a:ext uri="{0D108BD9-81ED-4DB2-BD59-A6C34878D82A}">
                    <a16:rowId xmlns:a16="http://schemas.microsoft.com/office/drawing/2014/main" val="10001"/>
                  </a:ext>
                </a:extLst>
              </a:tr>
              <a:tr h="799491">
                <a:tc>
                  <a:txBody>
                    <a:bodyPr/>
                    <a:lstStyle/>
                    <a:p>
                      <a:pPr algn="ctr" fontAlgn="t"/>
                      <a:r>
                        <a:rPr lang="en-US" sz="2800" dirty="0">
                          <a:effectLst/>
                          <a:latin typeface="Consolas" panose="020B0609020204030204" pitchFamily="49" charset="0"/>
                        </a:rPr>
                        <a:t>-</a:t>
                      </a:r>
                      <a:endParaRPr lang="en-US" sz="2800" dirty="0">
                        <a:solidFill>
                          <a:schemeClr val="bg1"/>
                        </a:solidFill>
                        <a:effectLst/>
                        <a:latin typeface="Consolas" panose="020B0609020204030204" pitchFamily="49" charset="0"/>
                      </a:endParaRPr>
                    </a:p>
                  </a:txBody>
                  <a:tcPr marL="152400" marR="76200" marT="76200" marB="76200" anchor="ctr"/>
                </a:tc>
                <a:tc>
                  <a:txBody>
                    <a:bodyPr/>
                    <a:lstStyle/>
                    <a:p>
                      <a:pPr algn="ctr" fontAlgn="t"/>
                      <a:r>
                        <a:rPr lang="en-US" sz="2800" dirty="0">
                          <a:effectLst/>
                          <a:latin typeface="Consolas" panose="020B0609020204030204" pitchFamily="49" charset="0"/>
                        </a:rPr>
                        <a:t>Subtraction</a:t>
                      </a:r>
                      <a:endParaRPr lang="en-US" sz="2800" dirty="0">
                        <a:solidFill>
                          <a:schemeClr val="bg1"/>
                        </a:solidFill>
                        <a:effectLst/>
                        <a:latin typeface="Consolas" panose="020B0609020204030204" pitchFamily="49" charset="0"/>
                      </a:endParaRPr>
                    </a:p>
                  </a:txBody>
                  <a:tcPr marL="76200" marR="76200" marT="76200" marB="76200" anchor="ctr"/>
                </a:tc>
                <a:tc>
                  <a:txBody>
                    <a:bodyPr/>
                    <a:lstStyle/>
                    <a:p>
                      <a:pPr algn="ctr" fontAlgn="t"/>
                      <a:r>
                        <a:rPr lang="en-US" sz="2800">
                          <a:effectLst/>
                          <a:latin typeface="Consolas" panose="020B0609020204030204" pitchFamily="49" charset="0"/>
                        </a:rPr>
                        <a:t>x - y</a:t>
                      </a:r>
                      <a:endParaRPr lang="en-US" sz="2800">
                        <a:solidFill>
                          <a:schemeClr val="bg1"/>
                        </a:solidFill>
                        <a:effectLst/>
                        <a:latin typeface="Consolas" panose="020B0609020204030204" pitchFamily="49" charset="0"/>
                      </a:endParaRPr>
                    </a:p>
                  </a:txBody>
                  <a:tcPr marL="76200" marR="76200" marT="76200" marB="76200" anchor="ctr"/>
                </a:tc>
                <a:extLst>
                  <a:ext uri="{0D108BD9-81ED-4DB2-BD59-A6C34878D82A}">
                    <a16:rowId xmlns:a16="http://schemas.microsoft.com/office/drawing/2014/main" val="10002"/>
                  </a:ext>
                </a:extLst>
              </a:tr>
              <a:tr h="799491">
                <a:tc>
                  <a:txBody>
                    <a:bodyPr/>
                    <a:lstStyle/>
                    <a:p>
                      <a:pPr algn="ctr" fontAlgn="t"/>
                      <a:r>
                        <a:rPr lang="en-US" sz="2800" dirty="0">
                          <a:effectLst/>
                          <a:latin typeface="Consolas" panose="020B0609020204030204" pitchFamily="49" charset="0"/>
                        </a:rPr>
                        <a:t>*</a:t>
                      </a:r>
                      <a:endParaRPr lang="en-US" sz="2800" dirty="0">
                        <a:solidFill>
                          <a:schemeClr val="bg1"/>
                        </a:solidFill>
                        <a:effectLst/>
                        <a:latin typeface="Consolas" panose="020B0609020204030204" pitchFamily="49" charset="0"/>
                      </a:endParaRPr>
                    </a:p>
                  </a:txBody>
                  <a:tcPr marL="152400" marR="76200" marT="76200" marB="76200" anchor="ctr"/>
                </a:tc>
                <a:tc>
                  <a:txBody>
                    <a:bodyPr/>
                    <a:lstStyle/>
                    <a:p>
                      <a:pPr algn="ctr" fontAlgn="t"/>
                      <a:r>
                        <a:rPr lang="en-US" sz="2800" dirty="0">
                          <a:effectLst/>
                          <a:latin typeface="Consolas" panose="020B0609020204030204" pitchFamily="49" charset="0"/>
                        </a:rPr>
                        <a:t>Multiplication</a:t>
                      </a:r>
                      <a:endParaRPr lang="en-US" sz="2800" dirty="0">
                        <a:solidFill>
                          <a:schemeClr val="bg1"/>
                        </a:solidFill>
                        <a:effectLst/>
                        <a:latin typeface="Consolas" panose="020B0609020204030204" pitchFamily="49" charset="0"/>
                      </a:endParaRPr>
                    </a:p>
                  </a:txBody>
                  <a:tcPr marL="76200" marR="76200" marT="76200" marB="76200" anchor="ctr"/>
                </a:tc>
                <a:tc>
                  <a:txBody>
                    <a:bodyPr/>
                    <a:lstStyle/>
                    <a:p>
                      <a:pPr algn="ctr" fontAlgn="t"/>
                      <a:r>
                        <a:rPr lang="en-US" sz="2800">
                          <a:effectLst/>
                          <a:latin typeface="Consolas" panose="020B0609020204030204" pitchFamily="49" charset="0"/>
                        </a:rPr>
                        <a:t>x * y</a:t>
                      </a:r>
                      <a:endParaRPr lang="en-US" sz="2800">
                        <a:solidFill>
                          <a:schemeClr val="bg1"/>
                        </a:solidFill>
                        <a:effectLst/>
                        <a:latin typeface="Consolas" panose="020B0609020204030204" pitchFamily="49" charset="0"/>
                      </a:endParaRPr>
                    </a:p>
                  </a:txBody>
                  <a:tcPr marL="76200" marR="76200" marT="76200" marB="76200" anchor="ctr"/>
                </a:tc>
                <a:extLst>
                  <a:ext uri="{0D108BD9-81ED-4DB2-BD59-A6C34878D82A}">
                    <a16:rowId xmlns:a16="http://schemas.microsoft.com/office/drawing/2014/main" val="10003"/>
                  </a:ext>
                </a:extLst>
              </a:tr>
              <a:tr h="799491">
                <a:tc>
                  <a:txBody>
                    <a:bodyPr/>
                    <a:lstStyle/>
                    <a:p>
                      <a:pPr algn="ctr" fontAlgn="t"/>
                      <a:r>
                        <a:rPr lang="en-US" sz="2800" dirty="0">
                          <a:effectLst/>
                          <a:latin typeface="Consolas" panose="020B0609020204030204" pitchFamily="49" charset="0"/>
                        </a:rPr>
                        <a:t>/</a:t>
                      </a:r>
                      <a:endParaRPr lang="en-US" sz="2800" dirty="0">
                        <a:solidFill>
                          <a:schemeClr val="bg1"/>
                        </a:solidFill>
                        <a:effectLst/>
                        <a:latin typeface="Consolas" panose="020B0609020204030204" pitchFamily="49" charset="0"/>
                      </a:endParaRPr>
                    </a:p>
                  </a:txBody>
                  <a:tcPr marL="152400" marR="76200" marT="76200" marB="76200" anchor="ctr"/>
                </a:tc>
                <a:tc>
                  <a:txBody>
                    <a:bodyPr/>
                    <a:lstStyle/>
                    <a:p>
                      <a:pPr algn="ctr" fontAlgn="t"/>
                      <a:r>
                        <a:rPr lang="en-US" sz="2800" dirty="0">
                          <a:effectLst/>
                          <a:latin typeface="Consolas" panose="020B0609020204030204" pitchFamily="49" charset="0"/>
                        </a:rPr>
                        <a:t>Division</a:t>
                      </a:r>
                      <a:endParaRPr lang="en-US" sz="2800" dirty="0">
                        <a:solidFill>
                          <a:schemeClr val="bg1"/>
                        </a:solidFill>
                        <a:effectLst/>
                        <a:latin typeface="Consolas" panose="020B0609020204030204" pitchFamily="49" charset="0"/>
                      </a:endParaRPr>
                    </a:p>
                  </a:txBody>
                  <a:tcPr marL="76200" marR="76200" marT="76200" marB="76200" anchor="ctr"/>
                </a:tc>
                <a:tc>
                  <a:txBody>
                    <a:bodyPr/>
                    <a:lstStyle/>
                    <a:p>
                      <a:pPr algn="ctr" fontAlgn="t"/>
                      <a:r>
                        <a:rPr lang="en-US" sz="2800" dirty="0">
                          <a:effectLst/>
                          <a:latin typeface="Consolas" panose="020B0609020204030204" pitchFamily="49" charset="0"/>
                        </a:rPr>
                        <a:t>x / y</a:t>
                      </a:r>
                      <a:endParaRPr lang="en-US" sz="2800" dirty="0">
                        <a:solidFill>
                          <a:schemeClr val="bg1"/>
                        </a:solidFill>
                        <a:effectLst/>
                        <a:latin typeface="Consolas" panose="020B0609020204030204" pitchFamily="49" charset="0"/>
                      </a:endParaRPr>
                    </a:p>
                  </a:txBody>
                  <a:tcPr marL="76200" marR="76200" marT="76200" marB="76200" anchor="ctr"/>
                </a:tc>
                <a:extLst>
                  <a:ext uri="{0D108BD9-81ED-4DB2-BD59-A6C34878D82A}">
                    <a16:rowId xmlns:a16="http://schemas.microsoft.com/office/drawing/2014/main" val="10004"/>
                  </a:ext>
                </a:extLst>
              </a:tr>
              <a:tr h="799491">
                <a:tc>
                  <a:txBody>
                    <a:bodyPr/>
                    <a:lstStyle/>
                    <a:p>
                      <a:pPr algn="ctr" fontAlgn="t"/>
                      <a:r>
                        <a:rPr lang="en-US" sz="2800" dirty="0">
                          <a:effectLst/>
                          <a:latin typeface="Consolas" panose="020B0609020204030204" pitchFamily="49" charset="0"/>
                        </a:rPr>
                        <a:t>%</a:t>
                      </a:r>
                      <a:endParaRPr lang="en-US" sz="2800" dirty="0">
                        <a:solidFill>
                          <a:schemeClr val="bg1"/>
                        </a:solidFill>
                        <a:effectLst/>
                        <a:latin typeface="Consolas" panose="020B0609020204030204" pitchFamily="49" charset="0"/>
                      </a:endParaRPr>
                    </a:p>
                  </a:txBody>
                  <a:tcPr marL="152400" marR="76200" marT="76200" marB="76200" anchor="ctr"/>
                </a:tc>
                <a:tc>
                  <a:txBody>
                    <a:bodyPr/>
                    <a:lstStyle/>
                    <a:p>
                      <a:pPr algn="ctr" fontAlgn="t"/>
                      <a:r>
                        <a:rPr lang="en-US" sz="2800" dirty="0">
                          <a:effectLst/>
                          <a:latin typeface="Consolas" panose="020B0609020204030204" pitchFamily="49" charset="0"/>
                        </a:rPr>
                        <a:t>Modulus</a:t>
                      </a:r>
                      <a:endParaRPr lang="en-US" sz="2800" dirty="0">
                        <a:solidFill>
                          <a:schemeClr val="bg1"/>
                        </a:solidFill>
                        <a:effectLst/>
                        <a:latin typeface="Consolas" panose="020B0609020204030204" pitchFamily="49" charset="0"/>
                      </a:endParaRPr>
                    </a:p>
                  </a:txBody>
                  <a:tcPr marL="76200" marR="76200" marT="76200" marB="76200" anchor="ctr"/>
                </a:tc>
                <a:tc>
                  <a:txBody>
                    <a:bodyPr/>
                    <a:lstStyle/>
                    <a:p>
                      <a:pPr algn="ctr" fontAlgn="t"/>
                      <a:r>
                        <a:rPr lang="en-US" sz="2800" dirty="0">
                          <a:effectLst/>
                          <a:latin typeface="Consolas" panose="020B0609020204030204" pitchFamily="49" charset="0"/>
                        </a:rPr>
                        <a:t>x % y</a:t>
                      </a:r>
                      <a:endParaRPr lang="en-US" sz="2800" dirty="0">
                        <a:solidFill>
                          <a:schemeClr val="bg1"/>
                        </a:solidFill>
                        <a:effectLst/>
                        <a:latin typeface="Consolas" panose="020B0609020204030204" pitchFamily="49" charset="0"/>
                      </a:endParaRPr>
                    </a:p>
                  </a:txBody>
                  <a:tcPr marL="76200" marR="76200" marT="76200" marB="76200" anchor="ctr"/>
                </a:tc>
                <a:extLst>
                  <a:ext uri="{0D108BD9-81ED-4DB2-BD59-A6C34878D82A}">
                    <a16:rowId xmlns:a16="http://schemas.microsoft.com/office/drawing/2014/main" val="10005"/>
                  </a:ext>
                </a:extLst>
              </a:tr>
              <a:tr h="799491">
                <a:tc>
                  <a:txBody>
                    <a:bodyPr/>
                    <a:lstStyle/>
                    <a:p>
                      <a:pPr algn="ctr" fontAlgn="t"/>
                      <a:r>
                        <a:rPr lang="en-US" sz="2800" dirty="0">
                          <a:effectLst/>
                          <a:latin typeface="Consolas" panose="020B0609020204030204" pitchFamily="49" charset="0"/>
                        </a:rPr>
                        <a:t>**</a:t>
                      </a:r>
                      <a:endParaRPr lang="en-US" sz="2800" dirty="0">
                        <a:solidFill>
                          <a:schemeClr val="bg1"/>
                        </a:solidFill>
                        <a:effectLst/>
                        <a:latin typeface="Consolas" panose="020B0609020204030204" pitchFamily="49" charset="0"/>
                      </a:endParaRPr>
                    </a:p>
                  </a:txBody>
                  <a:tcPr marL="152400" marR="76200" marT="76200" marB="76200" anchor="ctr"/>
                </a:tc>
                <a:tc>
                  <a:txBody>
                    <a:bodyPr/>
                    <a:lstStyle/>
                    <a:p>
                      <a:pPr algn="ctr" fontAlgn="t"/>
                      <a:r>
                        <a:rPr lang="en-US" sz="2800" dirty="0">
                          <a:effectLst/>
                          <a:latin typeface="Consolas" panose="020B0609020204030204" pitchFamily="49" charset="0"/>
                        </a:rPr>
                        <a:t>Exponentiation</a:t>
                      </a:r>
                      <a:endParaRPr lang="en-US" sz="2800" dirty="0">
                        <a:solidFill>
                          <a:schemeClr val="bg1"/>
                        </a:solidFill>
                        <a:effectLst/>
                        <a:latin typeface="Consolas" panose="020B0609020204030204" pitchFamily="49" charset="0"/>
                      </a:endParaRPr>
                    </a:p>
                  </a:txBody>
                  <a:tcPr marL="76200" marR="76200" marT="76200" marB="76200" anchor="ctr"/>
                </a:tc>
                <a:tc>
                  <a:txBody>
                    <a:bodyPr/>
                    <a:lstStyle/>
                    <a:p>
                      <a:pPr algn="ctr" fontAlgn="t"/>
                      <a:r>
                        <a:rPr lang="en-US" sz="2800" dirty="0">
                          <a:effectLst/>
                          <a:latin typeface="Consolas" panose="020B0609020204030204" pitchFamily="49" charset="0"/>
                        </a:rPr>
                        <a:t>x ** y</a:t>
                      </a:r>
                      <a:endParaRPr lang="en-US" sz="2800" dirty="0">
                        <a:solidFill>
                          <a:schemeClr val="bg1"/>
                        </a:solidFill>
                        <a:effectLst/>
                        <a:latin typeface="Consolas" panose="020B0609020204030204" pitchFamily="49" charset="0"/>
                      </a:endParaRPr>
                    </a:p>
                  </a:txBody>
                  <a:tcPr marL="76200" marR="76200" marT="76200" marB="76200" anchor="ctr"/>
                </a:tc>
                <a:extLst>
                  <a:ext uri="{0D108BD9-81ED-4DB2-BD59-A6C34878D82A}">
                    <a16:rowId xmlns:a16="http://schemas.microsoft.com/office/drawing/2014/main" val="10006"/>
                  </a:ext>
                </a:extLst>
              </a:tr>
              <a:tr h="799491">
                <a:tc>
                  <a:txBody>
                    <a:bodyPr/>
                    <a:lstStyle/>
                    <a:p>
                      <a:pPr algn="ctr" fontAlgn="t"/>
                      <a:r>
                        <a:rPr lang="en-US" sz="2800" dirty="0">
                          <a:effectLst/>
                          <a:latin typeface="Consolas" panose="020B0609020204030204" pitchFamily="49" charset="0"/>
                        </a:rPr>
                        <a:t>//</a:t>
                      </a:r>
                      <a:endParaRPr lang="en-US" sz="2800" dirty="0">
                        <a:solidFill>
                          <a:schemeClr val="bg1"/>
                        </a:solidFill>
                        <a:effectLst/>
                        <a:latin typeface="Consolas" panose="020B0609020204030204" pitchFamily="49" charset="0"/>
                      </a:endParaRPr>
                    </a:p>
                  </a:txBody>
                  <a:tcPr marL="152400" marR="76200" marT="76200" marB="76200" anchor="ctr"/>
                </a:tc>
                <a:tc>
                  <a:txBody>
                    <a:bodyPr/>
                    <a:lstStyle/>
                    <a:p>
                      <a:pPr algn="ctr" fontAlgn="t"/>
                      <a:r>
                        <a:rPr lang="en-US" sz="2800" dirty="0">
                          <a:effectLst/>
                          <a:latin typeface="Consolas" panose="020B0609020204030204" pitchFamily="49" charset="0"/>
                        </a:rPr>
                        <a:t>Floor division</a:t>
                      </a:r>
                      <a:endParaRPr lang="en-US" sz="2800" dirty="0">
                        <a:solidFill>
                          <a:schemeClr val="bg1"/>
                        </a:solidFill>
                        <a:effectLst/>
                        <a:latin typeface="Consolas" panose="020B0609020204030204" pitchFamily="49" charset="0"/>
                      </a:endParaRPr>
                    </a:p>
                  </a:txBody>
                  <a:tcPr marL="76200" marR="76200" marT="76200" marB="76200" anchor="ctr"/>
                </a:tc>
                <a:tc>
                  <a:txBody>
                    <a:bodyPr/>
                    <a:lstStyle/>
                    <a:p>
                      <a:pPr algn="ctr" fontAlgn="t"/>
                      <a:r>
                        <a:rPr lang="en-US" sz="2800" dirty="0">
                          <a:effectLst/>
                          <a:latin typeface="Consolas" panose="020B0609020204030204" pitchFamily="49" charset="0"/>
                        </a:rPr>
                        <a:t>x // y</a:t>
                      </a:r>
                      <a:endParaRPr lang="en-US" sz="2800" dirty="0">
                        <a:solidFill>
                          <a:schemeClr val="bg1"/>
                        </a:solidFill>
                        <a:effectLst/>
                        <a:latin typeface="Consolas" panose="020B0609020204030204" pitchFamily="49" charset="0"/>
                      </a:endParaRPr>
                    </a:p>
                  </a:txBody>
                  <a:tcPr marL="76200" marR="76200" marT="76200" marB="76200" anchor="ctr"/>
                </a:tc>
                <a:extLst>
                  <a:ext uri="{0D108BD9-81ED-4DB2-BD59-A6C34878D82A}">
                    <a16:rowId xmlns:a16="http://schemas.microsoft.com/office/drawing/2014/main" val="10007"/>
                  </a:ext>
                </a:extLst>
              </a:tr>
            </a:tbl>
          </a:graphicData>
        </a:graphic>
      </p:graphicFrame>
    </p:spTree>
    <p:extLst>
      <p:ext uri="{BB962C8B-B14F-4D97-AF65-F5344CB8AC3E}">
        <p14:creationId xmlns:p14="http://schemas.microsoft.com/office/powerpoint/2010/main" val="176463519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F24CA1-C7AD-D54A-A458-7B61EA9DAFE3}"/>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31BD8497-8F4C-1827-BA9F-5DD96E553FBF}"/>
              </a:ext>
            </a:extLst>
          </p:cNvPr>
          <p:cNvGrpSpPr/>
          <p:nvPr/>
        </p:nvGrpSpPr>
        <p:grpSpPr>
          <a:xfrm>
            <a:off x="15240000" y="7086600"/>
            <a:ext cx="3200400" cy="3200400"/>
            <a:chOff x="0" y="0"/>
            <a:chExt cx="10022021" cy="9446043"/>
          </a:xfrm>
        </p:grpSpPr>
        <p:sp>
          <p:nvSpPr>
            <p:cNvPr id="3" name="Freeform 3">
              <a:extLst>
                <a:ext uri="{FF2B5EF4-FFF2-40B4-BE49-F238E27FC236}">
                  <a16:creationId xmlns:a16="http://schemas.microsoft.com/office/drawing/2014/main" id="{8CEF657A-A4F5-0C3B-6880-DC35EEDBE041}"/>
                </a:ext>
              </a:extLst>
            </p:cNvPr>
            <p:cNvSpPr/>
            <p:nvPr/>
          </p:nvSpPr>
          <p:spPr>
            <a:xfrm>
              <a:off x="0" y="0"/>
              <a:ext cx="10022021" cy="9446043"/>
            </a:xfrm>
            <a:custGeom>
              <a:avLst/>
              <a:gdLst/>
              <a:ahLst/>
              <a:cxnLst/>
              <a:rect l="l" t="t" r="r" b="b"/>
              <a:pathLst>
                <a:path w="10022021" h="9446043">
                  <a:moveTo>
                    <a:pt x="0" y="0"/>
                  </a:moveTo>
                  <a:lnTo>
                    <a:pt x="10022021" y="0"/>
                  </a:lnTo>
                  <a:lnTo>
                    <a:pt x="10022021" y="9446043"/>
                  </a:lnTo>
                  <a:lnTo>
                    <a:pt x="0" y="9446043"/>
                  </a:lnTo>
                  <a:lnTo>
                    <a:pt x="0" y="0"/>
                  </a:lnTo>
                  <a:close/>
                </a:path>
              </a:pathLst>
            </a:custGeom>
            <a:blipFill>
              <a:blip r:embed="rId3">
                <a:alphaModFix amt="5000"/>
              </a:blip>
              <a:stretch>
                <a:fillRect/>
              </a:stretch>
            </a:blipFill>
          </p:spPr>
          <p:txBody>
            <a:bodyPr/>
            <a:lstStyle/>
            <a:p>
              <a:endParaRPr lang="en-PH"/>
            </a:p>
          </p:txBody>
        </p:sp>
        <p:sp>
          <p:nvSpPr>
            <p:cNvPr id="4" name="Freeform 4">
              <a:extLst>
                <a:ext uri="{FF2B5EF4-FFF2-40B4-BE49-F238E27FC236}">
                  <a16:creationId xmlns:a16="http://schemas.microsoft.com/office/drawing/2014/main" id="{F2DAC5BB-79B5-113E-9553-C2B551F26DC5}"/>
                </a:ext>
              </a:extLst>
            </p:cNvPr>
            <p:cNvSpPr/>
            <p:nvPr/>
          </p:nvSpPr>
          <p:spPr>
            <a:xfrm>
              <a:off x="0" y="0"/>
              <a:ext cx="10022021" cy="9446043"/>
            </a:xfrm>
            <a:custGeom>
              <a:avLst/>
              <a:gdLst/>
              <a:ahLst/>
              <a:cxnLst/>
              <a:rect l="l" t="t" r="r" b="b"/>
              <a:pathLst>
                <a:path w="10022021" h="9446043">
                  <a:moveTo>
                    <a:pt x="0" y="0"/>
                  </a:moveTo>
                  <a:lnTo>
                    <a:pt x="10022021" y="0"/>
                  </a:lnTo>
                  <a:lnTo>
                    <a:pt x="10022021" y="9446043"/>
                  </a:lnTo>
                  <a:lnTo>
                    <a:pt x="0" y="9446043"/>
                  </a:lnTo>
                  <a:lnTo>
                    <a:pt x="0" y="0"/>
                  </a:lnTo>
                  <a:close/>
                </a:path>
              </a:pathLst>
            </a:custGeom>
            <a:blipFill>
              <a:blip r:embed="rId3">
                <a:alphaModFix amt="5000"/>
              </a:blip>
              <a:stretch>
                <a:fillRect/>
              </a:stretch>
            </a:blipFill>
          </p:spPr>
          <p:txBody>
            <a:bodyPr/>
            <a:lstStyle/>
            <a:p>
              <a:endParaRPr lang="en-PH"/>
            </a:p>
          </p:txBody>
        </p:sp>
        <p:sp>
          <p:nvSpPr>
            <p:cNvPr id="5" name="Freeform 5">
              <a:extLst>
                <a:ext uri="{FF2B5EF4-FFF2-40B4-BE49-F238E27FC236}">
                  <a16:creationId xmlns:a16="http://schemas.microsoft.com/office/drawing/2014/main" id="{9EFAE6C9-92F0-36CB-0496-483A460F5136}"/>
                </a:ext>
              </a:extLst>
            </p:cNvPr>
            <p:cNvSpPr/>
            <p:nvPr/>
          </p:nvSpPr>
          <p:spPr>
            <a:xfrm>
              <a:off x="0" y="0"/>
              <a:ext cx="10022021" cy="9446043"/>
            </a:xfrm>
            <a:custGeom>
              <a:avLst/>
              <a:gdLst/>
              <a:ahLst/>
              <a:cxnLst/>
              <a:rect l="l" t="t" r="r" b="b"/>
              <a:pathLst>
                <a:path w="10022021" h="9446043">
                  <a:moveTo>
                    <a:pt x="0" y="0"/>
                  </a:moveTo>
                  <a:lnTo>
                    <a:pt x="10022021" y="0"/>
                  </a:lnTo>
                  <a:lnTo>
                    <a:pt x="10022021" y="9446043"/>
                  </a:lnTo>
                  <a:lnTo>
                    <a:pt x="0" y="9446043"/>
                  </a:lnTo>
                  <a:lnTo>
                    <a:pt x="0" y="0"/>
                  </a:lnTo>
                  <a:close/>
                </a:path>
              </a:pathLst>
            </a:custGeom>
            <a:blipFill>
              <a:blip r:embed="rId3">
                <a:alphaModFix amt="5000"/>
              </a:blip>
              <a:stretch>
                <a:fillRect/>
              </a:stretch>
            </a:blipFill>
          </p:spPr>
          <p:txBody>
            <a:bodyPr/>
            <a:lstStyle/>
            <a:p>
              <a:endParaRPr lang="en-PH"/>
            </a:p>
          </p:txBody>
        </p:sp>
      </p:grpSp>
      <p:sp>
        <p:nvSpPr>
          <p:cNvPr id="20" name="Freeform 20">
            <a:extLst>
              <a:ext uri="{FF2B5EF4-FFF2-40B4-BE49-F238E27FC236}">
                <a16:creationId xmlns:a16="http://schemas.microsoft.com/office/drawing/2014/main" id="{C4B71787-A92E-CF6D-47CE-73704C9B98D3}"/>
              </a:ext>
            </a:extLst>
          </p:cNvPr>
          <p:cNvSpPr/>
          <p:nvPr/>
        </p:nvSpPr>
        <p:spPr>
          <a:xfrm>
            <a:off x="16022831" y="9062992"/>
            <a:ext cx="2228298" cy="1222779"/>
          </a:xfrm>
          <a:custGeom>
            <a:avLst/>
            <a:gdLst/>
            <a:ahLst/>
            <a:cxnLst/>
            <a:rect l="l" t="t" r="r" b="b"/>
            <a:pathLst>
              <a:path w="2228298" h="1222779">
                <a:moveTo>
                  <a:pt x="0" y="0"/>
                </a:moveTo>
                <a:lnTo>
                  <a:pt x="2228298" y="0"/>
                </a:lnTo>
                <a:lnTo>
                  <a:pt x="2228298" y="1222779"/>
                </a:lnTo>
                <a:lnTo>
                  <a:pt x="0" y="122277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PH"/>
          </a:p>
        </p:txBody>
      </p:sp>
      <p:pic>
        <p:nvPicPr>
          <p:cNvPr id="19" name="Picture 18" descr="A blue and orange square&#10;&#10;Description automatically generated">
            <a:extLst>
              <a:ext uri="{FF2B5EF4-FFF2-40B4-BE49-F238E27FC236}">
                <a16:creationId xmlns:a16="http://schemas.microsoft.com/office/drawing/2014/main" id="{5AF1CF50-EA34-4F54-9BA4-925BA99F809B}"/>
              </a:ext>
            </a:extLst>
          </p:cNvPr>
          <p:cNvPicPr>
            <a:picLocks noChangeAspect="1"/>
          </p:cNvPicPr>
          <p:nvPr/>
        </p:nvPicPr>
        <p:blipFill rotWithShape="1">
          <a:blip r:embed="rId6" cstate="print">
            <a:alphaModFix amt="50000"/>
            <a:extLst>
              <a:ext uri="{28A0092B-C50C-407E-A947-70E740481C1C}">
                <a14:useLocalDpi xmlns:a14="http://schemas.microsoft.com/office/drawing/2010/main" val="0"/>
              </a:ext>
            </a:extLst>
          </a:blip>
          <a:srcRect l="10012"/>
          <a:stretch/>
        </p:blipFill>
        <p:spPr>
          <a:xfrm>
            <a:off x="-11723" y="0"/>
            <a:ext cx="18251129" cy="2095500"/>
          </a:xfrm>
          <a:prstGeom prst="rect">
            <a:avLst/>
          </a:prstGeom>
        </p:spPr>
      </p:pic>
      <p:sp>
        <p:nvSpPr>
          <p:cNvPr id="21" name="TextBox 28">
            <a:extLst>
              <a:ext uri="{FF2B5EF4-FFF2-40B4-BE49-F238E27FC236}">
                <a16:creationId xmlns:a16="http://schemas.microsoft.com/office/drawing/2014/main" id="{6FEED36C-96F4-3170-3769-C169F239CF8F}"/>
              </a:ext>
            </a:extLst>
          </p:cNvPr>
          <p:cNvSpPr txBox="1"/>
          <p:nvPr/>
        </p:nvSpPr>
        <p:spPr>
          <a:xfrm>
            <a:off x="749993" y="-15883"/>
            <a:ext cx="16381125" cy="1399037"/>
          </a:xfrm>
          <a:prstGeom prst="rect">
            <a:avLst/>
          </a:prstGeom>
        </p:spPr>
        <p:txBody>
          <a:bodyPr wrap="square" lIns="0" tIns="0" rIns="0" bIns="0" rtlCol="0" anchor="t">
            <a:spAutoFit/>
          </a:bodyPr>
          <a:lstStyle/>
          <a:p>
            <a:pPr>
              <a:lnSpc>
                <a:spcPts val="12857"/>
              </a:lnSpc>
            </a:pPr>
            <a:r>
              <a:rPr lang="en-US" sz="4800" i="1" spc="-360" dirty="0">
                <a:ln>
                  <a:solidFill>
                    <a:schemeClr val="tx1"/>
                  </a:solidFill>
                </a:ln>
                <a:solidFill>
                  <a:schemeClr val="bg1"/>
                </a:solidFill>
                <a:latin typeface="Consolas" panose="020B0609020204030204" pitchFamily="49" charset="0"/>
                <a:ea typeface="Cambria" panose="02040503050406030204" pitchFamily="18" charset="0"/>
              </a:rPr>
              <a:t>Assignment Operators</a:t>
            </a:r>
          </a:p>
        </p:txBody>
      </p:sp>
      <p:sp>
        <p:nvSpPr>
          <p:cNvPr id="6" name="TextBox 5">
            <a:extLst>
              <a:ext uri="{FF2B5EF4-FFF2-40B4-BE49-F238E27FC236}">
                <a16:creationId xmlns:a16="http://schemas.microsoft.com/office/drawing/2014/main" id="{B86DA930-D90D-4DE3-760D-7B4518EC316C}"/>
              </a:ext>
            </a:extLst>
          </p:cNvPr>
          <p:cNvSpPr txBox="1"/>
          <p:nvPr/>
        </p:nvSpPr>
        <p:spPr>
          <a:xfrm>
            <a:off x="463773" y="2159217"/>
            <a:ext cx="16953563" cy="646331"/>
          </a:xfrm>
          <a:prstGeom prst="rect">
            <a:avLst/>
          </a:prstGeom>
          <a:noFill/>
        </p:spPr>
        <p:txBody>
          <a:bodyPr wrap="square">
            <a:spAutoFit/>
          </a:bodyPr>
          <a:lstStyle/>
          <a:p>
            <a:pPr algn="just"/>
            <a:r>
              <a:rPr lang="en-US" sz="3600" dirty="0">
                <a:latin typeface="Consolas" panose="020B0609020204030204" pitchFamily="49" charset="0"/>
              </a:rPr>
              <a:t>Assignment operators are used to assign values to variables.</a:t>
            </a:r>
          </a:p>
        </p:txBody>
      </p:sp>
      <p:graphicFrame>
        <p:nvGraphicFramePr>
          <p:cNvPr id="7" name="Table 6">
            <a:extLst>
              <a:ext uri="{FF2B5EF4-FFF2-40B4-BE49-F238E27FC236}">
                <a16:creationId xmlns:a16="http://schemas.microsoft.com/office/drawing/2014/main" id="{FE9889B3-B23F-10F8-9CE0-F86B53166AB9}"/>
              </a:ext>
            </a:extLst>
          </p:cNvPr>
          <p:cNvGraphicFramePr>
            <a:graphicFrameLocks noGrp="1"/>
          </p:cNvGraphicFramePr>
          <p:nvPr>
            <p:extLst>
              <p:ext uri="{D42A27DB-BD31-4B8C-83A1-F6EECF244321}">
                <p14:modId xmlns:p14="http://schemas.microsoft.com/office/powerpoint/2010/main" val="2337518213"/>
              </p:ext>
            </p:extLst>
          </p:nvPr>
        </p:nvGraphicFramePr>
        <p:xfrm>
          <a:off x="463773" y="2869265"/>
          <a:ext cx="16833627" cy="6922432"/>
        </p:xfrm>
        <a:graphic>
          <a:graphicData uri="http://schemas.openxmlformats.org/drawingml/2006/table">
            <a:tbl>
              <a:tblPr firstRow="1" bandRow="1">
                <a:tableStyleId>{10A1B5D5-9B99-4C35-A422-299274C87663}</a:tableStyleId>
              </a:tblPr>
              <a:tblGrid>
                <a:gridCol w="5611209">
                  <a:extLst>
                    <a:ext uri="{9D8B030D-6E8A-4147-A177-3AD203B41FA5}">
                      <a16:colId xmlns:a16="http://schemas.microsoft.com/office/drawing/2014/main" val="20000"/>
                    </a:ext>
                  </a:extLst>
                </a:gridCol>
                <a:gridCol w="5611209">
                  <a:extLst>
                    <a:ext uri="{9D8B030D-6E8A-4147-A177-3AD203B41FA5}">
                      <a16:colId xmlns:a16="http://schemas.microsoft.com/office/drawing/2014/main" val="20001"/>
                    </a:ext>
                  </a:extLst>
                </a:gridCol>
                <a:gridCol w="5611209">
                  <a:extLst>
                    <a:ext uri="{9D8B030D-6E8A-4147-A177-3AD203B41FA5}">
                      <a16:colId xmlns:a16="http://schemas.microsoft.com/office/drawing/2014/main" val="20002"/>
                    </a:ext>
                  </a:extLst>
                </a:gridCol>
              </a:tblGrid>
              <a:tr h="734784">
                <a:tc>
                  <a:txBody>
                    <a:bodyPr/>
                    <a:lstStyle/>
                    <a:p>
                      <a:pPr algn="ctr" fontAlgn="t"/>
                      <a:r>
                        <a:rPr lang="en-US" sz="2800" dirty="0">
                          <a:effectLst/>
                          <a:latin typeface="Consolas" panose="020B0609020204030204" pitchFamily="49" charset="0"/>
                        </a:rPr>
                        <a:t>Operator</a:t>
                      </a:r>
                    </a:p>
                  </a:txBody>
                  <a:tcPr marL="152400" marR="76200" marT="76200" marB="76200" anchor="ctr"/>
                </a:tc>
                <a:tc>
                  <a:txBody>
                    <a:bodyPr/>
                    <a:lstStyle/>
                    <a:p>
                      <a:pPr algn="ctr" fontAlgn="t"/>
                      <a:r>
                        <a:rPr lang="en-US" sz="2800" dirty="0">
                          <a:effectLst/>
                          <a:latin typeface="Consolas" panose="020B0609020204030204" pitchFamily="49" charset="0"/>
                        </a:rPr>
                        <a:t>Example</a:t>
                      </a:r>
                    </a:p>
                  </a:txBody>
                  <a:tcPr marL="152400" marR="76200" marT="76200" marB="76200" anchor="ctr"/>
                </a:tc>
                <a:tc>
                  <a:txBody>
                    <a:bodyPr/>
                    <a:lstStyle/>
                    <a:p>
                      <a:pPr algn="ctr" fontAlgn="t"/>
                      <a:r>
                        <a:rPr lang="en-US" sz="2800" dirty="0">
                          <a:effectLst/>
                          <a:latin typeface="Consolas" panose="020B0609020204030204" pitchFamily="49" charset="0"/>
                        </a:rPr>
                        <a:t>Same as</a:t>
                      </a:r>
                    </a:p>
                  </a:txBody>
                  <a:tcPr marL="76200" marR="76200" marT="76200" marB="76200" anchor="ctr"/>
                </a:tc>
                <a:extLst>
                  <a:ext uri="{0D108BD9-81ED-4DB2-BD59-A6C34878D82A}">
                    <a16:rowId xmlns:a16="http://schemas.microsoft.com/office/drawing/2014/main" val="10000"/>
                  </a:ext>
                </a:extLst>
              </a:tr>
              <a:tr h="773456">
                <a:tc>
                  <a:txBody>
                    <a:bodyPr/>
                    <a:lstStyle/>
                    <a:p>
                      <a:pPr algn="ctr" fontAlgn="t"/>
                      <a:r>
                        <a:rPr lang="en-US" sz="2800" dirty="0">
                          <a:effectLst/>
                          <a:latin typeface="Consolas" panose="020B0609020204030204" pitchFamily="49" charset="0"/>
                        </a:rPr>
                        <a:t>=</a:t>
                      </a:r>
                    </a:p>
                  </a:txBody>
                  <a:tcPr marL="152400" marR="76200" marT="76200" marB="76200" anchor="ctr"/>
                </a:tc>
                <a:tc>
                  <a:txBody>
                    <a:bodyPr/>
                    <a:lstStyle/>
                    <a:p>
                      <a:pPr algn="ctr" fontAlgn="t"/>
                      <a:r>
                        <a:rPr lang="en-US" sz="2800">
                          <a:effectLst/>
                          <a:latin typeface="Consolas" panose="020B0609020204030204" pitchFamily="49" charset="0"/>
                        </a:rPr>
                        <a:t>x = 5</a:t>
                      </a:r>
                    </a:p>
                  </a:txBody>
                  <a:tcPr marL="76200" marR="76200" marT="76200" marB="76200" anchor="ctr"/>
                </a:tc>
                <a:tc>
                  <a:txBody>
                    <a:bodyPr/>
                    <a:lstStyle/>
                    <a:p>
                      <a:pPr algn="ctr" fontAlgn="t"/>
                      <a:r>
                        <a:rPr lang="en-US" sz="2800">
                          <a:effectLst/>
                          <a:latin typeface="Consolas" panose="020B0609020204030204" pitchFamily="49" charset="0"/>
                        </a:rPr>
                        <a:t>x = 5</a:t>
                      </a:r>
                    </a:p>
                  </a:txBody>
                  <a:tcPr marL="76200" marR="76200" marT="76200" marB="76200" anchor="ctr"/>
                </a:tc>
                <a:extLst>
                  <a:ext uri="{0D108BD9-81ED-4DB2-BD59-A6C34878D82A}">
                    <a16:rowId xmlns:a16="http://schemas.microsoft.com/office/drawing/2014/main" val="10001"/>
                  </a:ext>
                </a:extLst>
              </a:tr>
              <a:tr h="773456">
                <a:tc>
                  <a:txBody>
                    <a:bodyPr/>
                    <a:lstStyle/>
                    <a:p>
                      <a:pPr algn="ctr" fontAlgn="t"/>
                      <a:r>
                        <a:rPr lang="en-US" sz="2800" dirty="0">
                          <a:effectLst/>
                          <a:latin typeface="Consolas" panose="020B0609020204030204" pitchFamily="49" charset="0"/>
                        </a:rPr>
                        <a:t>+=</a:t>
                      </a:r>
                    </a:p>
                  </a:txBody>
                  <a:tcPr marL="152400" marR="76200" marT="76200" marB="76200" anchor="ctr"/>
                </a:tc>
                <a:tc>
                  <a:txBody>
                    <a:bodyPr/>
                    <a:lstStyle/>
                    <a:p>
                      <a:pPr algn="ctr" fontAlgn="t"/>
                      <a:r>
                        <a:rPr lang="en-US" sz="2800" dirty="0">
                          <a:effectLst/>
                          <a:latin typeface="Consolas" panose="020B0609020204030204" pitchFamily="49" charset="0"/>
                        </a:rPr>
                        <a:t>x += 3</a:t>
                      </a:r>
                    </a:p>
                  </a:txBody>
                  <a:tcPr marL="76200" marR="76200" marT="76200" marB="76200" anchor="ctr"/>
                </a:tc>
                <a:tc>
                  <a:txBody>
                    <a:bodyPr/>
                    <a:lstStyle/>
                    <a:p>
                      <a:pPr algn="ctr" fontAlgn="t"/>
                      <a:r>
                        <a:rPr lang="en-US" sz="2800">
                          <a:effectLst/>
                          <a:latin typeface="Consolas" panose="020B0609020204030204" pitchFamily="49" charset="0"/>
                        </a:rPr>
                        <a:t>x = x + 3</a:t>
                      </a:r>
                    </a:p>
                  </a:txBody>
                  <a:tcPr marL="76200" marR="76200" marT="76200" marB="76200" anchor="ctr"/>
                </a:tc>
                <a:extLst>
                  <a:ext uri="{0D108BD9-81ED-4DB2-BD59-A6C34878D82A}">
                    <a16:rowId xmlns:a16="http://schemas.microsoft.com/office/drawing/2014/main" val="10002"/>
                  </a:ext>
                </a:extLst>
              </a:tr>
              <a:tr h="773456">
                <a:tc>
                  <a:txBody>
                    <a:bodyPr/>
                    <a:lstStyle/>
                    <a:p>
                      <a:pPr algn="ctr" fontAlgn="t"/>
                      <a:r>
                        <a:rPr lang="en-US" sz="2800" dirty="0">
                          <a:effectLst/>
                          <a:latin typeface="Consolas" panose="020B0609020204030204" pitchFamily="49" charset="0"/>
                        </a:rPr>
                        <a:t>-=</a:t>
                      </a:r>
                    </a:p>
                  </a:txBody>
                  <a:tcPr marL="152400" marR="76200" marT="76200" marB="76200" anchor="ctr"/>
                </a:tc>
                <a:tc>
                  <a:txBody>
                    <a:bodyPr/>
                    <a:lstStyle/>
                    <a:p>
                      <a:pPr algn="ctr" fontAlgn="t"/>
                      <a:r>
                        <a:rPr lang="en-US" sz="2800" dirty="0">
                          <a:effectLst/>
                          <a:latin typeface="Consolas" panose="020B0609020204030204" pitchFamily="49" charset="0"/>
                        </a:rPr>
                        <a:t>x -= 3</a:t>
                      </a:r>
                    </a:p>
                  </a:txBody>
                  <a:tcPr marL="76200" marR="76200" marT="76200" marB="76200" anchor="ctr"/>
                </a:tc>
                <a:tc>
                  <a:txBody>
                    <a:bodyPr/>
                    <a:lstStyle/>
                    <a:p>
                      <a:pPr algn="ctr" fontAlgn="t"/>
                      <a:r>
                        <a:rPr lang="en-US" sz="2800">
                          <a:effectLst/>
                          <a:latin typeface="Consolas" panose="020B0609020204030204" pitchFamily="49" charset="0"/>
                        </a:rPr>
                        <a:t>x = x - 3</a:t>
                      </a:r>
                    </a:p>
                  </a:txBody>
                  <a:tcPr marL="76200" marR="76200" marT="76200" marB="76200" anchor="ctr"/>
                </a:tc>
                <a:extLst>
                  <a:ext uri="{0D108BD9-81ED-4DB2-BD59-A6C34878D82A}">
                    <a16:rowId xmlns:a16="http://schemas.microsoft.com/office/drawing/2014/main" val="10003"/>
                  </a:ext>
                </a:extLst>
              </a:tr>
              <a:tr h="773456">
                <a:tc>
                  <a:txBody>
                    <a:bodyPr/>
                    <a:lstStyle/>
                    <a:p>
                      <a:pPr algn="ctr" fontAlgn="t"/>
                      <a:r>
                        <a:rPr lang="en-US" sz="2800" dirty="0">
                          <a:effectLst/>
                          <a:latin typeface="Consolas" panose="020B0609020204030204" pitchFamily="49" charset="0"/>
                        </a:rPr>
                        <a:t>*=</a:t>
                      </a:r>
                    </a:p>
                  </a:txBody>
                  <a:tcPr marL="152400" marR="76200" marT="76200" marB="76200" anchor="ctr"/>
                </a:tc>
                <a:tc>
                  <a:txBody>
                    <a:bodyPr/>
                    <a:lstStyle/>
                    <a:p>
                      <a:pPr algn="ctr" fontAlgn="t"/>
                      <a:r>
                        <a:rPr lang="en-US" sz="2800" dirty="0">
                          <a:effectLst/>
                          <a:latin typeface="Consolas" panose="020B0609020204030204" pitchFamily="49" charset="0"/>
                        </a:rPr>
                        <a:t>x *= 3</a:t>
                      </a:r>
                    </a:p>
                  </a:txBody>
                  <a:tcPr marL="76200" marR="76200" marT="76200" marB="76200" anchor="ctr"/>
                </a:tc>
                <a:tc>
                  <a:txBody>
                    <a:bodyPr/>
                    <a:lstStyle/>
                    <a:p>
                      <a:pPr algn="ctr" fontAlgn="t"/>
                      <a:r>
                        <a:rPr lang="en-US" sz="2800" dirty="0">
                          <a:effectLst/>
                          <a:latin typeface="Consolas" panose="020B0609020204030204" pitchFamily="49" charset="0"/>
                        </a:rPr>
                        <a:t>x = x * 3</a:t>
                      </a:r>
                    </a:p>
                  </a:txBody>
                  <a:tcPr marL="76200" marR="76200" marT="76200" marB="76200" anchor="ctr"/>
                </a:tc>
                <a:extLst>
                  <a:ext uri="{0D108BD9-81ED-4DB2-BD59-A6C34878D82A}">
                    <a16:rowId xmlns:a16="http://schemas.microsoft.com/office/drawing/2014/main" val="10004"/>
                  </a:ext>
                </a:extLst>
              </a:tr>
              <a:tr h="773456">
                <a:tc>
                  <a:txBody>
                    <a:bodyPr/>
                    <a:lstStyle/>
                    <a:p>
                      <a:pPr algn="ctr" fontAlgn="t"/>
                      <a:r>
                        <a:rPr lang="en-US" sz="2800" dirty="0">
                          <a:effectLst/>
                          <a:latin typeface="Consolas" panose="020B0609020204030204" pitchFamily="49" charset="0"/>
                        </a:rPr>
                        <a:t>/=</a:t>
                      </a:r>
                    </a:p>
                  </a:txBody>
                  <a:tcPr marL="152400" marR="76200" marT="76200" marB="76200" anchor="ctr"/>
                </a:tc>
                <a:tc>
                  <a:txBody>
                    <a:bodyPr/>
                    <a:lstStyle/>
                    <a:p>
                      <a:pPr algn="ctr" fontAlgn="t"/>
                      <a:r>
                        <a:rPr lang="en-US" sz="2800" dirty="0">
                          <a:effectLst/>
                          <a:latin typeface="Consolas" panose="020B0609020204030204" pitchFamily="49" charset="0"/>
                        </a:rPr>
                        <a:t>x /= 3</a:t>
                      </a:r>
                    </a:p>
                  </a:txBody>
                  <a:tcPr marL="76200" marR="76200" marT="76200" marB="76200" anchor="ctr"/>
                </a:tc>
                <a:tc>
                  <a:txBody>
                    <a:bodyPr/>
                    <a:lstStyle/>
                    <a:p>
                      <a:pPr algn="ctr" fontAlgn="t"/>
                      <a:r>
                        <a:rPr lang="en-US" sz="2800" dirty="0">
                          <a:effectLst/>
                          <a:latin typeface="Consolas" panose="020B0609020204030204" pitchFamily="49" charset="0"/>
                        </a:rPr>
                        <a:t>x = x / 3</a:t>
                      </a:r>
                    </a:p>
                  </a:txBody>
                  <a:tcPr marL="76200" marR="76200" marT="76200" marB="76200" anchor="ctr"/>
                </a:tc>
                <a:extLst>
                  <a:ext uri="{0D108BD9-81ED-4DB2-BD59-A6C34878D82A}">
                    <a16:rowId xmlns:a16="http://schemas.microsoft.com/office/drawing/2014/main" val="10005"/>
                  </a:ext>
                </a:extLst>
              </a:tr>
              <a:tr h="773456">
                <a:tc>
                  <a:txBody>
                    <a:bodyPr/>
                    <a:lstStyle/>
                    <a:p>
                      <a:pPr algn="ctr" fontAlgn="t"/>
                      <a:r>
                        <a:rPr lang="en-US" sz="2800" dirty="0">
                          <a:effectLst/>
                          <a:latin typeface="Consolas" panose="020B0609020204030204" pitchFamily="49" charset="0"/>
                        </a:rPr>
                        <a:t>%=</a:t>
                      </a:r>
                    </a:p>
                  </a:txBody>
                  <a:tcPr marL="152400" marR="76200" marT="76200" marB="76200" anchor="ctr"/>
                </a:tc>
                <a:tc>
                  <a:txBody>
                    <a:bodyPr/>
                    <a:lstStyle/>
                    <a:p>
                      <a:pPr algn="ctr" fontAlgn="t"/>
                      <a:r>
                        <a:rPr lang="en-US" sz="2800" dirty="0">
                          <a:effectLst/>
                          <a:latin typeface="Consolas" panose="020B0609020204030204" pitchFamily="49" charset="0"/>
                        </a:rPr>
                        <a:t>x %= 3</a:t>
                      </a:r>
                    </a:p>
                  </a:txBody>
                  <a:tcPr marL="76200" marR="76200" marT="76200" marB="76200" anchor="ctr"/>
                </a:tc>
                <a:tc>
                  <a:txBody>
                    <a:bodyPr/>
                    <a:lstStyle/>
                    <a:p>
                      <a:pPr algn="ctr" fontAlgn="t"/>
                      <a:r>
                        <a:rPr lang="en-US" sz="2800" dirty="0">
                          <a:effectLst/>
                          <a:latin typeface="Consolas" panose="020B0609020204030204" pitchFamily="49" charset="0"/>
                        </a:rPr>
                        <a:t>x = x % 3</a:t>
                      </a:r>
                    </a:p>
                  </a:txBody>
                  <a:tcPr marL="76200" marR="76200" marT="76200" marB="76200" anchor="ctr"/>
                </a:tc>
                <a:extLst>
                  <a:ext uri="{0D108BD9-81ED-4DB2-BD59-A6C34878D82A}">
                    <a16:rowId xmlns:a16="http://schemas.microsoft.com/office/drawing/2014/main" val="10006"/>
                  </a:ext>
                </a:extLst>
              </a:tr>
              <a:tr h="773456">
                <a:tc>
                  <a:txBody>
                    <a:bodyPr/>
                    <a:lstStyle/>
                    <a:p>
                      <a:pPr algn="ctr" fontAlgn="t"/>
                      <a:r>
                        <a:rPr lang="en-US" sz="2800" dirty="0">
                          <a:effectLst/>
                          <a:latin typeface="Consolas" panose="020B0609020204030204" pitchFamily="49" charset="0"/>
                        </a:rPr>
                        <a:t>//=</a:t>
                      </a:r>
                    </a:p>
                  </a:txBody>
                  <a:tcPr marL="152400" marR="76200" marT="76200" marB="76200" anchor="ctr"/>
                </a:tc>
                <a:tc>
                  <a:txBody>
                    <a:bodyPr/>
                    <a:lstStyle/>
                    <a:p>
                      <a:pPr algn="ctr" fontAlgn="t"/>
                      <a:r>
                        <a:rPr lang="en-US" sz="2800" dirty="0">
                          <a:effectLst/>
                          <a:latin typeface="Consolas" panose="020B0609020204030204" pitchFamily="49" charset="0"/>
                        </a:rPr>
                        <a:t>x //= 3</a:t>
                      </a:r>
                    </a:p>
                  </a:txBody>
                  <a:tcPr marL="76200" marR="76200" marT="76200" marB="76200" anchor="ctr"/>
                </a:tc>
                <a:tc>
                  <a:txBody>
                    <a:bodyPr/>
                    <a:lstStyle/>
                    <a:p>
                      <a:pPr algn="ctr" fontAlgn="t"/>
                      <a:r>
                        <a:rPr lang="en-US" sz="2800" dirty="0">
                          <a:effectLst/>
                          <a:latin typeface="Consolas" panose="020B0609020204030204" pitchFamily="49" charset="0"/>
                        </a:rPr>
                        <a:t>x = x // 3</a:t>
                      </a:r>
                    </a:p>
                  </a:txBody>
                  <a:tcPr marL="76200" marR="76200" marT="76200" marB="76200" anchor="ctr"/>
                </a:tc>
                <a:extLst>
                  <a:ext uri="{0D108BD9-81ED-4DB2-BD59-A6C34878D82A}">
                    <a16:rowId xmlns:a16="http://schemas.microsoft.com/office/drawing/2014/main" val="10007"/>
                  </a:ext>
                </a:extLst>
              </a:tr>
              <a:tr h="773456">
                <a:tc>
                  <a:txBody>
                    <a:bodyPr/>
                    <a:lstStyle/>
                    <a:p>
                      <a:pPr algn="ctr" fontAlgn="t"/>
                      <a:r>
                        <a:rPr lang="en-US" sz="2800" dirty="0">
                          <a:effectLst/>
                          <a:latin typeface="Consolas" panose="020B0609020204030204" pitchFamily="49" charset="0"/>
                        </a:rPr>
                        <a:t>**=</a:t>
                      </a:r>
                    </a:p>
                  </a:txBody>
                  <a:tcPr marL="152400" marR="76200" marT="76200" marB="76200" anchor="ctr"/>
                </a:tc>
                <a:tc>
                  <a:txBody>
                    <a:bodyPr/>
                    <a:lstStyle/>
                    <a:p>
                      <a:pPr algn="ctr" fontAlgn="t"/>
                      <a:r>
                        <a:rPr lang="en-US" sz="2800" dirty="0">
                          <a:effectLst/>
                          <a:latin typeface="Consolas" panose="020B0609020204030204" pitchFamily="49" charset="0"/>
                        </a:rPr>
                        <a:t>x **= 3</a:t>
                      </a:r>
                    </a:p>
                  </a:txBody>
                  <a:tcPr marL="76200" marR="76200" marT="76200" marB="76200" anchor="ctr"/>
                </a:tc>
                <a:tc>
                  <a:txBody>
                    <a:bodyPr/>
                    <a:lstStyle/>
                    <a:p>
                      <a:pPr algn="ctr" fontAlgn="t"/>
                      <a:r>
                        <a:rPr lang="en-US" sz="2800" dirty="0">
                          <a:effectLst/>
                          <a:latin typeface="Consolas" panose="020B0609020204030204" pitchFamily="49" charset="0"/>
                        </a:rPr>
                        <a:t>x = x ** 3</a:t>
                      </a:r>
                    </a:p>
                  </a:txBody>
                  <a:tcPr marL="76200" marR="76200" marT="76200" marB="76200" anchor="ctr"/>
                </a:tc>
                <a:extLst>
                  <a:ext uri="{0D108BD9-81ED-4DB2-BD59-A6C34878D82A}">
                    <a16:rowId xmlns:a16="http://schemas.microsoft.com/office/drawing/2014/main" val="1749723903"/>
                  </a:ext>
                </a:extLst>
              </a:tr>
            </a:tbl>
          </a:graphicData>
        </a:graphic>
      </p:graphicFrame>
    </p:spTree>
    <p:extLst>
      <p:ext uri="{BB962C8B-B14F-4D97-AF65-F5344CB8AC3E}">
        <p14:creationId xmlns:p14="http://schemas.microsoft.com/office/powerpoint/2010/main" val="241535179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A813AB-F37A-247A-A603-36251098EFF7}"/>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AA09023E-2454-9AC3-67E8-E7F9E553D3DC}"/>
              </a:ext>
            </a:extLst>
          </p:cNvPr>
          <p:cNvGrpSpPr/>
          <p:nvPr/>
        </p:nvGrpSpPr>
        <p:grpSpPr>
          <a:xfrm>
            <a:off x="15240000" y="7086600"/>
            <a:ext cx="3200400" cy="3200400"/>
            <a:chOff x="0" y="0"/>
            <a:chExt cx="10022021" cy="9446043"/>
          </a:xfrm>
        </p:grpSpPr>
        <p:sp>
          <p:nvSpPr>
            <p:cNvPr id="3" name="Freeform 3">
              <a:extLst>
                <a:ext uri="{FF2B5EF4-FFF2-40B4-BE49-F238E27FC236}">
                  <a16:creationId xmlns:a16="http://schemas.microsoft.com/office/drawing/2014/main" id="{AFAF9037-F67E-A012-AA22-05026C84BB52}"/>
                </a:ext>
              </a:extLst>
            </p:cNvPr>
            <p:cNvSpPr/>
            <p:nvPr/>
          </p:nvSpPr>
          <p:spPr>
            <a:xfrm>
              <a:off x="0" y="0"/>
              <a:ext cx="10022021" cy="9446043"/>
            </a:xfrm>
            <a:custGeom>
              <a:avLst/>
              <a:gdLst/>
              <a:ahLst/>
              <a:cxnLst/>
              <a:rect l="l" t="t" r="r" b="b"/>
              <a:pathLst>
                <a:path w="10022021" h="9446043">
                  <a:moveTo>
                    <a:pt x="0" y="0"/>
                  </a:moveTo>
                  <a:lnTo>
                    <a:pt x="10022021" y="0"/>
                  </a:lnTo>
                  <a:lnTo>
                    <a:pt x="10022021" y="9446043"/>
                  </a:lnTo>
                  <a:lnTo>
                    <a:pt x="0" y="9446043"/>
                  </a:lnTo>
                  <a:lnTo>
                    <a:pt x="0" y="0"/>
                  </a:lnTo>
                  <a:close/>
                </a:path>
              </a:pathLst>
            </a:custGeom>
            <a:blipFill>
              <a:blip r:embed="rId3">
                <a:alphaModFix amt="5000"/>
              </a:blip>
              <a:stretch>
                <a:fillRect/>
              </a:stretch>
            </a:blipFill>
          </p:spPr>
          <p:txBody>
            <a:bodyPr/>
            <a:lstStyle/>
            <a:p>
              <a:endParaRPr lang="en-PH"/>
            </a:p>
          </p:txBody>
        </p:sp>
        <p:sp>
          <p:nvSpPr>
            <p:cNvPr id="4" name="Freeform 4">
              <a:extLst>
                <a:ext uri="{FF2B5EF4-FFF2-40B4-BE49-F238E27FC236}">
                  <a16:creationId xmlns:a16="http://schemas.microsoft.com/office/drawing/2014/main" id="{3F5640E5-A781-56B7-79CA-E9717DC7D253}"/>
                </a:ext>
              </a:extLst>
            </p:cNvPr>
            <p:cNvSpPr/>
            <p:nvPr/>
          </p:nvSpPr>
          <p:spPr>
            <a:xfrm>
              <a:off x="0" y="0"/>
              <a:ext cx="10022021" cy="9446043"/>
            </a:xfrm>
            <a:custGeom>
              <a:avLst/>
              <a:gdLst/>
              <a:ahLst/>
              <a:cxnLst/>
              <a:rect l="l" t="t" r="r" b="b"/>
              <a:pathLst>
                <a:path w="10022021" h="9446043">
                  <a:moveTo>
                    <a:pt x="0" y="0"/>
                  </a:moveTo>
                  <a:lnTo>
                    <a:pt x="10022021" y="0"/>
                  </a:lnTo>
                  <a:lnTo>
                    <a:pt x="10022021" y="9446043"/>
                  </a:lnTo>
                  <a:lnTo>
                    <a:pt x="0" y="9446043"/>
                  </a:lnTo>
                  <a:lnTo>
                    <a:pt x="0" y="0"/>
                  </a:lnTo>
                  <a:close/>
                </a:path>
              </a:pathLst>
            </a:custGeom>
            <a:blipFill>
              <a:blip r:embed="rId3">
                <a:alphaModFix amt="5000"/>
              </a:blip>
              <a:stretch>
                <a:fillRect/>
              </a:stretch>
            </a:blipFill>
          </p:spPr>
          <p:txBody>
            <a:bodyPr/>
            <a:lstStyle/>
            <a:p>
              <a:endParaRPr lang="en-PH"/>
            </a:p>
          </p:txBody>
        </p:sp>
        <p:sp>
          <p:nvSpPr>
            <p:cNvPr id="5" name="Freeform 5">
              <a:extLst>
                <a:ext uri="{FF2B5EF4-FFF2-40B4-BE49-F238E27FC236}">
                  <a16:creationId xmlns:a16="http://schemas.microsoft.com/office/drawing/2014/main" id="{7D35158A-2D4B-35EF-F9DE-13A6F2FEBCAC}"/>
                </a:ext>
              </a:extLst>
            </p:cNvPr>
            <p:cNvSpPr/>
            <p:nvPr/>
          </p:nvSpPr>
          <p:spPr>
            <a:xfrm>
              <a:off x="0" y="0"/>
              <a:ext cx="10022021" cy="9446043"/>
            </a:xfrm>
            <a:custGeom>
              <a:avLst/>
              <a:gdLst/>
              <a:ahLst/>
              <a:cxnLst/>
              <a:rect l="l" t="t" r="r" b="b"/>
              <a:pathLst>
                <a:path w="10022021" h="9446043">
                  <a:moveTo>
                    <a:pt x="0" y="0"/>
                  </a:moveTo>
                  <a:lnTo>
                    <a:pt x="10022021" y="0"/>
                  </a:lnTo>
                  <a:lnTo>
                    <a:pt x="10022021" y="9446043"/>
                  </a:lnTo>
                  <a:lnTo>
                    <a:pt x="0" y="9446043"/>
                  </a:lnTo>
                  <a:lnTo>
                    <a:pt x="0" y="0"/>
                  </a:lnTo>
                  <a:close/>
                </a:path>
              </a:pathLst>
            </a:custGeom>
            <a:blipFill>
              <a:blip r:embed="rId3">
                <a:alphaModFix amt="5000"/>
              </a:blip>
              <a:stretch>
                <a:fillRect/>
              </a:stretch>
            </a:blipFill>
          </p:spPr>
          <p:txBody>
            <a:bodyPr/>
            <a:lstStyle/>
            <a:p>
              <a:endParaRPr lang="en-PH"/>
            </a:p>
          </p:txBody>
        </p:sp>
      </p:grpSp>
      <p:sp>
        <p:nvSpPr>
          <p:cNvPr id="20" name="Freeform 20">
            <a:extLst>
              <a:ext uri="{FF2B5EF4-FFF2-40B4-BE49-F238E27FC236}">
                <a16:creationId xmlns:a16="http://schemas.microsoft.com/office/drawing/2014/main" id="{6887DD2E-AF07-7E1B-2AD2-795D9158CDD6}"/>
              </a:ext>
            </a:extLst>
          </p:cNvPr>
          <p:cNvSpPr/>
          <p:nvPr/>
        </p:nvSpPr>
        <p:spPr>
          <a:xfrm>
            <a:off x="16022831" y="9062992"/>
            <a:ext cx="2228298" cy="1222779"/>
          </a:xfrm>
          <a:custGeom>
            <a:avLst/>
            <a:gdLst/>
            <a:ahLst/>
            <a:cxnLst/>
            <a:rect l="l" t="t" r="r" b="b"/>
            <a:pathLst>
              <a:path w="2228298" h="1222779">
                <a:moveTo>
                  <a:pt x="0" y="0"/>
                </a:moveTo>
                <a:lnTo>
                  <a:pt x="2228298" y="0"/>
                </a:lnTo>
                <a:lnTo>
                  <a:pt x="2228298" y="1222779"/>
                </a:lnTo>
                <a:lnTo>
                  <a:pt x="0" y="122277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PH"/>
          </a:p>
        </p:txBody>
      </p:sp>
      <p:pic>
        <p:nvPicPr>
          <p:cNvPr id="19" name="Picture 18" descr="A blue and orange square&#10;&#10;Description automatically generated">
            <a:extLst>
              <a:ext uri="{FF2B5EF4-FFF2-40B4-BE49-F238E27FC236}">
                <a16:creationId xmlns:a16="http://schemas.microsoft.com/office/drawing/2014/main" id="{FAD2AE38-2099-23A9-58B4-12364F29548F}"/>
              </a:ext>
            </a:extLst>
          </p:cNvPr>
          <p:cNvPicPr>
            <a:picLocks noChangeAspect="1"/>
          </p:cNvPicPr>
          <p:nvPr/>
        </p:nvPicPr>
        <p:blipFill rotWithShape="1">
          <a:blip r:embed="rId6" cstate="print">
            <a:alphaModFix amt="50000"/>
            <a:extLst>
              <a:ext uri="{28A0092B-C50C-407E-A947-70E740481C1C}">
                <a14:useLocalDpi xmlns:a14="http://schemas.microsoft.com/office/drawing/2010/main" val="0"/>
              </a:ext>
            </a:extLst>
          </a:blip>
          <a:srcRect l="10012"/>
          <a:stretch/>
        </p:blipFill>
        <p:spPr>
          <a:xfrm>
            <a:off x="-11723" y="0"/>
            <a:ext cx="18251129" cy="2095500"/>
          </a:xfrm>
          <a:prstGeom prst="rect">
            <a:avLst/>
          </a:prstGeom>
        </p:spPr>
      </p:pic>
      <p:sp>
        <p:nvSpPr>
          <p:cNvPr id="21" name="TextBox 28">
            <a:extLst>
              <a:ext uri="{FF2B5EF4-FFF2-40B4-BE49-F238E27FC236}">
                <a16:creationId xmlns:a16="http://schemas.microsoft.com/office/drawing/2014/main" id="{14184A53-AADF-E0FD-4C3B-A521950F36ED}"/>
              </a:ext>
            </a:extLst>
          </p:cNvPr>
          <p:cNvSpPr txBox="1"/>
          <p:nvPr/>
        </p:nvSpPr>
        <p:spPr>
          <a:xfrm>
            <a:off x="749993" y="-15883"/>
            <a:ext cx="16381125" cy="1399037"/>
          </a:xfrm>
          <a:prstGeom prst="rect">
            <a:avLst/>
          </a:prstGeom>
        </p:spPr>
        <p:txBody>
          <a:bodyPr wrap="square" lIns="0" tIns="0" rIns="0" bIns="0" rtlCol="0" anchor="t">
            <a:spAutoFit/>
          </a:bodyPr>
          <a:lstStyle/>
          <a:p>
            <a:pPr>
              <a:lnSpc>
                <a:spcPts val="12857"/>
              </a:lnSpc>
            </a:pPr>
            <a:r>
              <a:rPr lang="en-US" sz="4800" i="1" spc="-360" dirty="0">
                <a:ln>
                  <a:solidFill>
                    <a:schemeClr val="tx1"/>
                  </a:solidFill>
                </a:ln>
                <a:solidFill>
                  <a:schemeClr val="bg1"/>
                </a:solidFill>
                <a:latin typeface="Consolas" panose="020B0609020204030204" pitchFamily="49" charset="0"/>
                <a:ea typeface="Cambria" panose="02040503050406030204" pitchFamily="18" charset="0"/>
              </a:rPr>
              <a:t>Comparison Operators</a:t>
            </a:r>
          </a:p>
        </p:txBody>
      </p:sp>
      <p:sp>
        <p:nvSpPr>
          <p:cNvPr id="6" name="TextBox 5">
            <a:extLst>
              <a:ext uri="{FF2B5EF4-FFF2-40B4-BE49-F238E27FC236}">
                <a16:creationId xmlns:a16="http://schemas.microsoft.com/office/drawing/2014/main" id="{48AD54C7-102A-CAC7-7418-3343DFB6EA51}"/>
              </a:ext>
            </a:extLst>
          </p:cNvPr>
          <p:cNvSpPr txBox="1"/>
          <p:nvPr/>
        </p:nvSpPr>
        <p:spPr>
          <a:xfrm>
            <a:off x="463773" y="2159217"/>
            <a:ext cx="16953563" cy="646331"/>
          </a:xfrm>
          <a:prstGeom prst="rect">
            <a:avLst/>
          </a:prstGeom>
          <a:noFill/>
        </p:spPr>
        <p:txBody>
          <a:bodyPr wrap="square">
            <a:spAutoFit/>
          </a:bodyPr>
          <a:lstStyle/>
          <a:p>
            <a:pPr algn="just"/>
            <a:r>
              <a:rPr lang="en-US" sz="3600" dirty="0">
                <a:latin typeface="Consolas" panose="020B0609020204030204" pitchFamily="49" charset="0"/>
              </a:rPr>
              <a:t>Comparison operators are used to compare two values.</a:t>
            </a:r>
          </a:p>
        </p:txBody>
      </p:sp>
      <p:graphicFrame>
        <p:nvGraphicFramePr>
          <p:cNvPr id="7" name="Table 6">
            <a:extLst>
              <a:ext uri="{FF2B5EF4-FFF2-40B4-BE49-F238E27FC236}">
                <a16:creationId xmlns:a16="http://schemas.microsoft.com/office/drawing/2014/main" id="{37D38727-4415-D308-98E7-DEABE35290EE}"/>
              </a:ext>
            </a:extLst>
          </p:cNvPr>
          <p:cNvGraphicFramePr>
            <a:graphicFrameLocks noGrp="1"/>
          </p:cNvGraphicFramePr>
          <p:nvPr>
            <p:extLst>
              <p:ext uri="{D42A27DB-BD31-4B8C-83A1-F6EECF244321}">
                <p14:modId xmlns:p14="http://schemas.microsoft.com/office/powerpoint/2010/main" val="1188519908"/>
              </p:ext>
            </p:extLst>
          </p:nvPr>
        </p:nvGraphicFramePr>
        <p:xfrm>
          <a:off x="463773" y="2869265"/>
          <a:ext cx="16833627" cy="5375520"/>
        </p:xfrm>
        <a:graphic>
          <a:graphicData uri="http://schemas.openxmlformats.org/drawingml/2006/table">
            <a:tbl>
              <a:tblPr firstRow="1" bandRow="1">
                <a:tableStyleId>{10A1B5D5-9B99-4C35-A422-299274C87663}</a:tableStyleId>
              </a:tblPr>
              <a:tblGrid>
                <a:gridCol w="5611209">
                  <a:extLst>
                    <a:ext uri="{9D8B030D-6E8A-4147-A177-3AD203B41FA5}">
                      <a16:colId xmlns:a16="http://schemas.microsoft.com/office/drawing/2014/main" val="20000"/>
                    </a:ext>
                  </a:extLst>
                </a:gridCol>
                <a:gridCol w="5611209">
                  <a:extLst>
                    <a:ext uri="{9D8B030D-6E8A-4147-A177-3AD203B41FA5}">
                      <a16:colId xmlns:a16="http://schemas.microsoft.com/office/drawing/2014/main" val="20001"/>
                    </a:ext>
                  </a:extLst>
                </a:gridCol>
                <a:gridCol w="5611209">
                  <a:extLst>
                    <a:ext uri="{9D8B030D-6E8A-4147-A177-3AD203B41FA5}">
                      <a16:colId xmlns:a16="http://schemas.microsoft.com/office/drawing/2014/main" val="20002"/>
                    </a:ext>
                  </a:extLst>
                </a:gridCol>
              </a:tblGrid>
              <a:tr h="734784">
                <a:tc>
                  <a:txBody>
                    <a:bodyPr/>
                    <a:lstStyle/>
                    <a:p>
                      <a:pPr algn="ctr" fontAlgn="t"/>
                      <a:r>
                        <a:rPr lang="en-US" sz="2800" dirty="0">
                          <a:effectLst/>
                          <a:latin typeface="Consolas" panose="020B0609020204030204" pitchFamily="49" charset="0"/>
                        </a:rPr>
                        <a:t>Operator</a:t>
                      </a:r>
                    </a:p>
                  </a:txBody>
                  <a:tcPr marL="152400" marR="76200" marT="76200" marB="76200" anchor="ctr"/>
                </a:tc>
                <a:tc>
                  <a:txBody>
                    <a:bodyPr/>
                    <a:lstStyle/>
                    <a:p>
                      <a:pPr algn="ctr" fontAlgn="t"/>
                      <a:r>
                        <a:rPr lang="en-US" sz="2800" dirty="0">
                          <a:effectLst/>
                          <a:latin typeface="Consolas" panose="020B0609020204030204" pitchFamily="49" charset="0"/>
                        </a:rPr>
                        <a:t>Example</a:t>
                      </a:r>
                    </a:p>
                  </a:txBody>
                  <a:tcPr marL="152400" marR="76200" marT="76200" marB="76200" anchor="ctr"/>
                </a:tc>
                <a:tc>
                  <a:txBody>
                    <a:bodyPr/>
                    <a:lstStyle/>
                    <a:p>
                      <a:pPr algn="ctr" fontAlgn="t"/>
                      <a:r>
                        <a:rPr lang="en-US" sz="2800" dirty="0">
                          <a:effectLst/>
                          <a:latin typeface="Consolas" panose="020B0609020204030204" pitchFamily="49" charset="0"/>
                        </a:rPr>
                        <a:t>Same as</a:t>
                      </a:r>
                    </a:p>
                  </a:txBody>
                  <a:tcPr marL="76200" marR="76200" marT="76200" marB="76200" anchor="ctr"/>
                </a:tc>
                <a:extLst>
                  <a:ext uri="{0D108BD9-81ED-4DB2-BD59-A6C34878D82A}">
                    <a16:rowId xmlns:a16="http://schemas.microsoft.com/office/drawing/2014/main" val="10000"/>
                  </a:ext>
                </a:extLst>
              </a:tr>
              <a:tr h="773456">
                <a:tc>
                  <a:txBody>
                    <a:bodyPr/>
                    <a:lstStyle/>
                    <a:p>
                      <a:pPr algn="ctr" fontAlgn="t"/>
                      <a:r>
                        <a:rPr lang="en-US" sz="2800" dirty="0">
                          <a:effectLst/>
                          <a:latin typeface="Consolas" panose="020B0609020204030204" pitchFamily="49" charset="0"/>
                        </a:rPr>
                        <a:t>==</a:t>
                      </a:r>
                    </a:p>
                  </a:txBody>
                  <a:tcPr marL="152400" marR="76200" marT="76200" marB="76200" anchor="ctr"/>
                </a:tc>
                <a:tc>
                  <a:txBody>
                    <a:bodyPr/>
                    <a:lstStyle/>
                    <a:p>
                      <a:pPr algn="ctr" fontAlgn="t"/>
                      <a:r>
                        <a:rPr lang="en-US" sz="2800">
                          <a:effectLst/>
                          <a:latin typeface="Consolas" panose="020B0609020204030204" pitchFamily="49" charset="0"/>
                        </a:rPr>
                        <a:t>Equal</a:t>
                      </a:r>
                    </a:p>
                  </a:txBody>
                  <a:tcPr marL="76200" marR="76200" marT="76200" marB="76200" anchor="ctr"/>
                </a:tc>
                <a:tc>
                  <a:txBody>
                    <a:bodyPr/>
                    <a:lstStyle/>
                    <a:p>
                      <a:pPr algn="ctr" fontAlgn="t"/>
                      <a:r>
                        <a:rPr lang="en-US" sz="2800">
                          <a:effectLst/>
                          <a:latin typeface="Consolas" panose="020B0609020204030204" pitchFamily="49" charset="0"/>
                        </a:rPr>
                        <a:t>x == y</a:t>
                      </a:r>
                    </a:p>
                  </a:txBody>
                  <a:tcPr marL="76200" marR="76200" marT="76200" marB="76200" anchor="ctr"/>
                </a:tc>
                <a:extLst>
                  <a:ext uri="{0D108BD9-81ED-4DB2-BD59-A6C34878D82A}">
                    <a16:rowId xmlns:a16="http://schemas.microsoft.com/office/drawing/2014/main" val="10001"/>
                  </a:ext>
                </a:extLst>
              </a:tr>
              <a:tr h="773456">
                <a:tc>
                  <a:txBody>
                    <a:bodyPr/>
                    <a:lstStyle/>
                    <a:p>
                      <a:pPr algn="ctr" fontAlgn="t"/>
                      <a:r>
                        <a:rPr lang="en-US" sz="2800" dirty="0">
                          <a:effectLst/>
                          <a:latin typeface="Consolas" panose="020B0609020204030204" pitchFamily="49" charset="0"/>
                        </a:rPr>
                        <a:t>!=</a:t>
                      </a:r>
                    </a:p>
                  </a:txBody>
                  <a:tcPr marL="152400" marR="76200" marT="76200" marB="76200" anchor="ctr"/>
                </a:tc>
                <a:tc>
                  <a:txBody>
                    <a:bodyPr/>
                    <a:lstStyle/>
                    <a:p>
                      <a:pPr algn="ctr" fontAlgn="t"/>
                      <a:r>
                        <a:rPr lang="en-US" sz="2800" dirty="0">
                          <a:effectLst/>
                          <a:latin typeface="Consolas" panose="020B0609020204030204" pitchFamily="49" charset="0"/>
                        </a:rPr>
                        <a:t>Not equal</a:t>
                      </a:r>
                    </a:p>
                  </a:txBody>
                  <a:tcPr marL="76200" marR="76200" marT="76200" marB="76200" anchor="ctr"/>
                </a:tc>
                <a:tc>
                  <a:txBody>
                    <a:bodyPr/>
                    <a:lstStyle/>
                    <a:p>
                      <a:pPr algn="ctr" fontAlgn="t"/>
                      <a:r>
                        <a:rPr lang="en-US" sz="2800" dirty="0">
                          <a:effectLst/>
                          <a:latin typeface="Consolas" panose="020B0609020204030204" pitchFamily="49" charset="0"/>
                        </a:rPr>
                        <a:t>x != y</a:t>
                      </a:r>
                    </a:p>
                  </a:txBody>
                  <a:tcPr marL="76200" marR="76200" marT="76200" marB="76200" anchor="ctr"/>
                </a:tc>
                <a:extLst>
                  <a:ext uri="{0D108BD9-81ED-4DB2-BD59-A6C34878D82A}">
                    <a16:rowId xmlns:a16="http://schemas.microsoft.com/office/drawing/2014/main" val="10002"/>
                  </a:ext>
                </a:extLst>
              </a:tr>
              <a:tr h="773456">
                <a:tc>
                  <a:txBody>
                    <a:bodyPr/>
                    <a:lstStyle/>
                    <a:p>
                      <a:pPr algn="ctr" fontAlgn="t"/>
                      <a:r>
                        <a:rPr lang="en-US" sz="2800">
                          <a:effectLst/>
                          <a:latin typeface="Consolas" panose="020B0609020204030204" pitchFamily="49" charset="0"/>
                        </a:rPr>
                        <a:t>&gt;</a:t>
                      </a:r>
                    </a:p>
                  </a:txBody>
                  <a:tcPr marL="152400" marR="76200" marT="76200" marB="76200" anchor="ctr"/>
                </a:tc>
                <a:tc>
                  <a:txBody>
                    <a:bodyPr/>
                    <a:lstStyle/>
                    <a:p>
                      <a:pPr algn="ctr" fontAlgn="t"/>
                      <a:r>
                        <a:rPr lang="en-US" sz="2800" dirty="0">
                          <a:effectLst/>
                          <a:latin typeface="Consolas" panose="020B0609020204030204" pitchFamily="49" charset="0"/>
                        </a:rPr>
                        <a:t>Greater than</a:t>
                      </a:r>
                    </a:p>
                  </a:txBody>
                  <a:tcPr marL="76200" marR="76200" marT="76200" marB="76200" anchor="ctr"/>
                </a:tc>
                <a:tc>
                  <a:txBody>
                    <a:bodyPr/>
                    <a:lstStyle/>
                    <a:p>
                      <a:pPr algn="ctr" fontAlgn="t"/>
                      <a:r>
                        <a:rPr lang="en-US" sz="2800" dirty="0">
                          <a:effectLst/>
                          <a:latin typeface="Consolas" panose="020B0609020204030204" pitchFamily="49" charset="0"/>
                        </a:rPr>
                        <a:t>x &gt; y</a:t>
                      </a:r>
                    </a:p>
                  </a:txBody>
                  <a:tcPr marL="76200" marR="76200" marT="76200" marB="76200" anchor="ctr"/>
                </a:tc>
                <a:extLst>
                  <a:ext uri="{0D108BD9-81ED-4DB2-BD59-A6C34878D82A}">
                    <a16:rowId xmlns:a16="http://schemas.microsoft.com/office/drawing/2014/main" val="10003"/>
                  </a:ext>
                </a:extLst>
              </a:tr>
              <a:tr h="773456">
                <a:tc>
                  <a:txBody>
                    <a:bodyPr/>
                    <a:lstStyle/>
                    <a:p>
                      <a:pPr algn="ctr" fontAlgn="t"/>
                      <a:r>
                        <a:rPr lang="en-US" sz="2800">
                          <a:effectLst/>
                          <a:latin typeface="Consolas" panose="020B0609020204030204" pitchFamily="49" charset="0"/>
                        </a:rPr>
                        <a:t>&lt;</a:t>
                      </a:r>
                    </a:p>
                  </a:txBody>
                  <a:tcPr marL="152400" marR="76200" marT="76200" marB="76200" anchor="ctr"/>
                </a:tc>
                <a:tc>
                  <a:txBody>
                    <a:bodyPr/>
                    <a:lstStyle/>
                    <a:p>
                      <a:pPr algn="ctr" fontAlgn="t"/>
                      <a:r>
                        <a:rPr lang="en-US" sz="2800" dirty="0">
                          <a:effectLst/>
                          <a:latin typeface="Consolas" panose="020B0609020204030204" pitchFamily="49" charset="0"/>
                        </a:rPr>
                        <a:t>Less than</a:t>
                      </a:r>
                    </a:p>
                  </a:txBody>
                  <a:tcPr marL="76200" marR="76200" marT="76200" marB="76200" anchor="ctr"/>
                </a:tc>
                <a:tc>
                  <a:txBody>
                    <a:bodyPr/>
                    <a:lstStyle/>
                    <a:p>
                      <a:pPr algn="ctr" fontAlgn="t"/>
                      <a:r>
                        <a:rPr lang="en-US" sz="2800" dirty="0">
                          <a:effectLst/>
                          <a:latin typeface="Consolas" panose="020B0609020204030204" pitchFamily="49" charset="0"/>
                        </a:rPr>
                        <a:t>x &lt; y</a:t>
                      </a:r>
                    </a:p>
                  </a:txBody>
                  <a:tcPr marL="76200" marR="76200" marT="76200" marB="76200" anchor="ctr"/>
                </a:tc>
                <a:extLst>
                  <a:ext uri="{0D108BD9-81ED-4DB2-BD59-A6C34878D82A}">
                    <a16:rowId xmlns:a16="http://schemas.microsoft.com/office/drawing/2014/main" val="10004"/>
                  </a:ext>
                </a:extLst>
              </a:tr>
              <a:tr h="773456">
                <a:tc>
                  <a:txBody>
                    <a:bodyPr/>
                    <a:lstStyle/>
                    <a:p>
                      <a:pPr algn="ctr" fontAlgn="t"/>
                      <a:r>
                        <a:rPr lang="en-US" sz="2800">
                          <a:effectLst/>
                          <a:latin typeface="Consolas" panose="020B0609020204030204" pitchFamily="49" charset="0"/>
                        </a:rPr>
                        <a:t>&gt;=</a:t>
                      </a:r>
                    </a:p>
                  </a:txBody>
                  <a:tcPr marL="152400" marR="76200" marT="76200" marB="76200" anchor="ctr"/>
                </a:tc>
                <a:tc>
                  <a:txBody>
                    <a:bodyPr/>
                    <a:lstStyle/>
                    <a:p>
                      <a:pPr algn="ctr" fontAlgn="t"/>
                      <a:r>
                        <a:rPr lang="en-US" sz="2800" dirty="0">
                          <a:effectLst/>
                          <a:latin typeface="Consolas" panose="020B0609020204030204" pitchFamily="49" charset="0"/>
                        </a:rPr>
                        <a:t>Greater than or equal to</a:t>
                      </a:r>
                    </a:p>
                  </a:txBody>
                  <a:tcPr marL="76200" marR="76200" marT="76200" marB="76200" anchor="ctr"/>
                </a:tc>
                <a:tc>
                  <a:txBody>
                    <a:bodyPr/>
                    <a:lstStyle/>
                    <a:p>
                      <a:pPr algn="ctr" fontAlgn="t"/>
                      <a:r>
                        <a:rPr lang="en-US" sz="2800" dirty="0">
                          <a:effectLst/>
                          <a:latin typeface="Consolas" panose="020B0609020204030204" pitchFamily="49" charset="0"/>
                        </a:rPr>
                        <a:t>x &gt;= y</a:t>
                      </a:r>
                    </a:p>
                  </a:txBody>
                  <a:tcPr marL="76200" marR="76200" marT="76200" marB="76200" anchor="ctr"/>
                </a:tc>
                <a:extLst>
                  <a:ext uri="{0D108BD9-81ED-4DB2-BD59-A6C34878D82A}">
                    <a16:rowId xmlns:a16="http://schemas.microsoft.com/office/drawing/2014/main" val="10005"/>
                  </a:ext>
                </a:extLst>
              </a:tr>
              <a:tr h="773456">
                <a:tc>
                  <a:txBody>
                    <a:bodyPr/>
                    <a:lstStyle/>
                    <a:p>
                      <a:pPr algn="ctr" fontAlgn="t"/>
                      <a:r>
                        <a:rPr lang="en-US" sz="2800">
                          <a:effectLst/>
                          <a:latin typeface="Consolas" panose="020B0609020204030204" pitchFamily="49" charset="0"/>
                        </a:rPr>
                        <a:t>&lt;=</a:t>
                      </a:r>
                    </a:p>
                  </a:txBody>
                  <a:tcPr marL="152400" marR="76200" marT="76200" marB="76200" anchor="ctr"/>
                </a:tc>
                <a:tc>
                  <a:txBody>
                    <a:bodyPr/>
                    <a:lstStyle/>
                    <a:p>
                      <a:pPr algn="ctr" fontAlgn="t"/>
                      <a:r>
                        <a:rPr lang="en-US" sz="2800">
                          <a:effectLst/>
                          <a:latin typeface="Consolas" panose="020B0609020204030204" pitchFamily="49" charset="0"/>
                        </a:rPr>
                        <a:t>Less than or equal to</a:t>
                      </a:r>
                    </a:p>
                  </a:txBody>
                  <a:tcPr marL="76200" marR="76200" marT="76200" marB="76200" anchor="ctr"/>
                </a:tc>
                <a:tc>
                  <a:txBody>
                    <a:bodyPr/>
                    <a:lstStyle/>
                    <a:p>
                      <a:pPr algn="ctr" fontAlgn="t"/>
                      <a:r>
                        <a:rPr lang="en-US" sz="2800" dirty="0">
                          <a:effectLst/>
                          <a:latin typeface="Consolas" panose="020B0609020204030204" pitchFamily="49" charset="0"/>
                        </a:rPr>
                        <a:t>x &lt;= y</a:t>
                      </a:r>
                    </a:p>
                  </a:txBody>
                  <a:tcPr marL="76200" marR="76200" marT="76200" marB="76200" anchor="ct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153632388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AEFE6E-CA85-F194-3D2B-5F7DAE93E893}"/>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BB1CCBA3-A9C7-4A5B-6038-103E5B3A8B0E}"/>
              </a:ext>
            </a:extLst>
          </p:cNvPr>
          <p:cNvGrpSpPr/>
          <p:nvPr/>
        </p:nvGrpSpPr>
        <p:grpSpPr>
          <a:xfrm>
            <a:off x="15240000" y="7086600"/>
            <a:ext cx="3200400" cy="3200400"/>
            <a:chOff x="0" y="0"/>
            <a:chExt cx="10022021" cy="9446043"/>
          </a:xfrm>
        </p:grpSpPr>
        <p:sp>
          <p:nvSpPr>
            <p:cNvPr id="3" name="Freeform 3">
              <a:extLst>
                <a:ext uri="{FF2B5EF4-FFF2-40B4-BE49-F238E27FC236}">
                  <a16:creationId xmlns:a16="http://schemas.microsoft.com/office/drawing/2014/main" id="{3FF247D3-5A85-B931-B640-FADCD9003C6E}"/>
                </a:ext>
              </a:extLst>
            </p:cNvPr>
            <p:cNvSpPr/>
            <p:nvPr/>
          </p:nvSpPr>
          <p:spPr>
            <a:xfrm>
              <a:off x="0" y="0"/>
              <a:ext cx="10022021" cy="9446043"/>
            </a:xfrm>
            <a:custGeom>
              <a:avLst/>
              <a:gdLst/>
              <a:ahLst/>
              <a:cxnLst/>
              <a:rect l="l" t="t" r="r" b="b"/>
              <a:pathLst>
                <a:path w="10022021" h="9446043">
                  <a:moveTo>
                    <a:pt x="0" y="0"/>
                  </a:moveTo>
                  <a:lnTo>
                    <a:pt x="10022021" y="0"/>
                  </a:lnTo>
                  <a:lnTo>
                    <a:pt x="10022021" y="9446043"/>
                  </a:lnTo>
                  <a:lnTo>
                    <a:pt x="0" y="9446043"/>
                  </a:lnTo>
                  <a:lnTo>
                    <a:pt x="0" y="0"/>
                  </a:lnTo>
                  <a:close/>
                </a:path>
              </a:pathLst>
            </a:custGeom>
            <a:blipFill>
              <a:blip r:embed="rId3">
                <a:alphaModFix amt="5000"/>
              </a:blip>
              <a:stretch>
                <a:fillRect/>
              </a:stretch>
            </a:blipFill>
          </p:spPr>
          <p:txBody>
            <a:bodyPr/>
            <a:lstStyle/>
            <a:p>
              <a:endParaRPr lang="en-PH"/>
            </a:p>
          </p:txBody>
        </p:sp>
        <p:sp>
          <p:nvSpPr>
            <p:cNvPr id="4" name="Freeform 4">
              <a:extLst>
                <a:ext uri="{FF2B5EF4-FFF2-40B4-BE49-F238E27FC236}">
                  <a16:creationId xmlns:a16="http://schemas.microsoft.com/office/drawing/2014/main" id="{D81C000F-7E14-2CBA-9ACC-83353924573D}"/>
                </a:ext>
              </a:extLst>
            </p:cNvPr>
            <p:cNvSpPr/>
            <p:nvPr/>
          </p:nvSpPr>
          <p:spPr>
            <a:xfrm>
              <a:off x="0" y="0"/>
              <a:ext cx="10022021" cy="9446043"/>
            </a:xfrm>
            <a:custGeom>
              <a:avLst/>
              <a:gdLst/>
              <a:ahLst/>
              <a:cxnLst/>
              <a:rect l="l" t="t" r="r" b="b"/>
              <a:pathLst>
                <a:path w="10022021" h="9446043">
                  <a:moveTo>
                    <a:pt x="0" y="0"/>
                  </a:moveTo>
                  <a:lnTo>
                    <a:pt x="10022021" y="0"/>
                  </a:lnTo>
                  <a:lnTo>
                    <a:pt x="10022021" y="9446043"/>
                  </a:lnTo>
                  <a:lnTo>
                    <a:pt x="0" y="9446043"/>
                  </a:lnTo>
                  <a:lnTo>
                    <a:pt x="0" y="0"/>
                  </a:lnTo>
                  <a:close/>
                </a:path>
              </a:pathLst>
            </a:custGeom>
            <a:blipFill>
              <a:blip r:embed="rId3">
                <a:alphaModFix amt="5000"/>
              </a:blip>
              <a:stretch>
                <a:fillRect/>
              </a:stretch>
            </a:blipFill>
          </p:spPr>
          <p:txBody>
            <a:bodyPr/>
            <a:lstStyle/>
            <a:p>
              <a:endParaRPr lang="en-PH"/>
            </a:p>
          </p:txBody>
        </p:sp>
        <p:sp>
          <p:nvSpPr>
            <p:cNvPr id="5" name="Freeform 5">
              <a:extLst>
                <a:ext uri="{FF2B5EF4-FFF2-40B4-BE49-F238E27FC236}">
                  <a16:creationId xmlns:a16="http://schemas.microsoft.com/office/drawing/2014/main" id="{7CCA3203-4081-9850-D02D-36F5DC046371}"/>
                </a:ext>
              </a:extLst>
            </p:cNvPr>
            <p:cNvSpPr/>
            <p:nvPr/>
          </p:nvSpPr>
          <p:spPr>
            <a:xfrm>
              <a:off x="0" y="0"/>
              <a:ext cx="10022021" cy="9446043"/>
            </a:xfrm>
            <a:custGeom>
              <a:avLst/>
              <a:gdLst/>
              <a:ahLst/>
              <a:cxnLst/>
              <a:rect l="l" t="t" r="r" b="b"/>
              <a:pathLst>
                <a:path w="10022021" h="9446043">
                  <a:moveTo>
                    <a:pt x="0" y="0"/>
                  </a:moveTo>
                  <a:lnTo>
                    <a:pt x="10022021" y="0"/>
                  </a:lnTo>
                  <a:lnTo>
                    <a:pt x="10022021" y="9446043"/>
                  </a:lnTo>
                  <a:lnTo>
                    <a:pt x="0" y="9446043"/>
                  </a:lnTo>
                  <a:lnTo>
                    <a:pt x="0" y="0"/>
                  </a:lnTo>
                  <a:close/>
                </a:path>
              </a:pathLst>
            </a:custGeom>
            <a:blipFill>
              <a:blip r:embed="rId3">
                <a:alphaModFix amt="5000"/>
              </a:blip>
              <a:stretch>
                <a:fillRect/>
              </a:stretch>
            </a:blipFill>
          </p:spPr>
          <p:txBody>
            <a:bodyPr/>
            <a:lstStyle/>
            <a:p>
              <a:endParaRPr lang="en-PH"/>
            </a:p>
          </p:txBody>
        </p:sp>
      </p:grpSp>
      <p:sp>
        <p:nvSpPr>
          <p:cNvPr id="20" name="Freeform 20">
            <a:extLst>
              <a:ext uri="{FF2B5EF4-FFF2-40B4-BE49-F238E27FC236}">
                <a16:creationId xmlns:a16="http://schemas.microsoft.com/office/drawing/2014/main" id="{37078AAB-A05A-6E01-6C2F-3965B82E6CBC}"/>
              </a:ext>
            </a:extLst>
          </p:cNvPr>
          <p:cNvSpPr/>
          <p:nvPr/>
        </p:nvSpPr>
        <p:spPr>
          <a:xfrm>
            <a:off x="16022831" y="9062992"/>
            <a:ext cx="2228298" cy="1222779"/>
          </a:xfrm>
          <a:custGeom>
            <a:avLst/>
            <a:gdLst/>
            <a:ahLst/>
            <a:cxnLst/>
            <a:rect l="l" t="t" r="r" b="b"/>
            <a:pathLst>
              <a:path w="2228298" h="1222779">
                <a:moveTo>
                  <a:pt x="0" y="0"/>
                </a:moveTo>
                <a:lnTo>
                  <a:pt x="2228298" y="0"/>
                </a:lnTo>
                <a:lnTo>
                  <a:pt x="2228298" y="1222779"/>
                </a:lnTo>
                <a:lnTo>
                  <a:pt x="0" y="122277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PH"/>
          </a:p>
        </p:txBody>
      </p:sp>
      <p:pic>
        <p:nvPicPr>
          <p:cNvPr id="19" name="Picture 18" descr="A blue and orange square&#10;&#10;Description automatically generated">
            <a:extLst>
              <a:ext uri="{FF2B5EF4-FFF2-40B4-BE49-F238E27FC236}">
                <a16:creationId xmlns:a16="http://schemas.microsoft.com/office/drawing/2014/main" id="{3A31C761-3ABD-7E47-0AF0-89FD8893F1DE}"/>
              </a:ext>
            </a:extLst>
          </p:cNvPr>
          <p:cNvPicPr>
            <a:picLocks noChangeAspect="1"/>
          </p:cNvPicPr>
          <p:nvPr/>
        </p:nvPicPr>
        <p:blipFill rotWithShape="1">
          <a:blip r:embed="rId6" cstate="print">
            <a:alphaModFix amt="50000"/>
            <a:extLst>
              <a:ext uri="{28A0092B-C50C-407E-A947-70E740481C1C}">
                <a14:useLocalDpi xmlns:a14="http://schemas.microsoft.com/office/drawing/2010/main" val="0"/>
              </a:ext>
            </a:extLst>
          </a:blip>
          <a:srcRect l="10012"/>
          <a:stretch/>
        </p:blipFill>
        <p:spPr>
          <a:xfrm>
            <a:off x="-11723" y="0"/>
            <a:ext cx="18251129" cy="2095500"/>
          </a:xfrm>
          <a:prstGeom prst="rect">
            <a:avLst/>
          </a:prstGeom>
        </p:spPr>
      </p:pic>
      <p:sp>
        <p:nvSpPr>
          <p:cNvPr id="21" name="TextBox 28">
            <a:extLst>
              <a:ext uri="{FF2B5EF4-FFF2-40B4-BE49-F238E27FC236}">
                <a16:creationId xmlns:a16="http://schemas.microsoft.com/office/drawing/2014/main" id="{93D885C7-6673-F5F4-D564-4989D7B16131}"/>
              </a:ext>
            </a:extLst>
          </p:cNvPr>
          <p:cNvSpPr txBox="1"/>
          <p:nvPr/>
        </p:nvSpPr>
        <p:spPr>
          <a:xfrm>
            <a:off x="749993" y="-15883"/>
            <a:ext cx="16381125" cy="1399037"/>
          </a:xfrm>
          <a:prstGeom prst="rect">
            <a:avLst/>
          </a:prstGeom>
        </p:spPr>
        <p:txBody>
          <a:bodyPr wrap="square" lIns="0" tIns="0" rIns="0" bIns="0" rtlCol="0" anchor="t">
            <a:spAutoFit/>
          </a:bodyPr>
          <a:lstStyle/>
          <a:p>
            <a:pPr>
              <a:lnSpc>
                <a:spcPts val="12857"/>
              </a:lnSpc>
            </a:pPr>
            <a:r>
              <a:rPr lang="en-US" sz="4800" i="1" spc="-360" dirty="0">
                <a:ln>
                  <a:solidFill>
                    <a:schemeClr val="tx1"/>
                  </a:solidFill>
                </a:ln>
                <a:solidFill>
                  <a:schemeClr val="bg1"/>
                </a:solidFill>
                <a:latin typeface="Consolas" panose="020B0609020204030204" pitchFamily="49" charset="0"/>
                <a:ea typeface="Cambria" panose="02040503050406030204" pitchFamily="18" charset="0"/>
              </a:rPr>
              <a:t>Logical Operators</a:t>
            </a:r>
          </a:p>
        </p:txBody>
      </p:sp>
      <p:sp>
        <p:nvSpPr>
          <p:cNvPr id="6" name="TextBox 5">
            <a:extLst>
              <a:ext uri="{FF2B5EF4-FFF2-40B4-BE49-F238E27FC236}">
                <a16:creationId xmlns:a16="http://schemas.microsoft.com/office/drawing/2014/main" id="{34A78676-F5B5-983B-8C1D-35D712C0E578}"/>
              </a:ext>
            </a:extLst>
          </p:cNvPr>
          <p:cNvSpPr txBox="1"/>
          <p:nvPr/>
        </p:nvSpPr>
        <p:spPr>
          <a:xfrm>
            <a:off x="463773" y="2159217"/>
            <a:ext cx="16953563" cy="646331"/>
          </a:xfrm>
          <a:prstGeom prst="rect">
            <a:avLst/>
          </a:prstGeom>
          <a:noFill/>
        </p:spPr>
        <p:txBody>
          <a:bodyPr wrap="square">
            <a:spAutoFit/>
          </a:bodyPr>
          <a:lstStyle/>
          <a:p>
            <a:pPr algn="just"/>
            <a:r>
              <a:rPr lang="en-US" sz="3600" dirty="0">
                <a:latin typeface="Consolas" panose="020B0609020204030204" pitchFamily="49" charset="0"/>
              </a:rPr>
              <a:t>Logical operators are used to combine conditional statements.</a:t>
            </a:r>
          </a:p>
        </p:txBody>
      </p:sp>
      <p:graphicFrame>
        <p:nvGraphicFramePr>
          <p:cNvPr id="7" name="Table 6">
            <a:extLst>
              <a:ext uri="{FF2B5EF4-FFF2-40B4-BE49-F238E27FC236}">
                <a16:creationId xmlns:a16="http://schemas.microsoft.com/office/drawing/2014/main" id="{0DD5ECD9-37DA-60FF-7A6E-6A63A4283FB4}"/>
              </a:ext>
            </a:extLst>
          </p:cNvPr>
          <p:cNvGraphicFramePr>
            <a:graphicFrameLocks noGrp="1"/>
          </p:cNvGraphicFramePr>
          <p:nvPr>
            <p:extLst>
              <p:ext uri="{D42A27DB-BD31-4B8C-83A1-F6EECF244321}">
                <p14:modId xmlns:p14="http://schemas.microsoft.com/office/powerpoint/2010/main" val="4052158924"/>
              </p:ext>
            </p:extLst>
          </p:nvPr>
        </p:nvGraphicFramePr>
        <p:xfrm>
          <a:off x="463773" y="2869265"/>
          <a:ext cx="16833627" cy="4605744"/>
        </p:xfrm>
        <a:graphic>
          <a:graphicData uri="http://schemas.openxmlformats.org/drawingml/2006/table">
            <a:tbl>
              <a:tblPr firstRow="1" bandRow="1">
                <a:tableStyleId>{10A1B5D5-9B99-4C35-A422-299274C87663}</a:tableStyleId>
              </a:tblPr>
              <a:tblGrid>
                <a:gridCol w="5611209">
                  <a:extLst>
                    <a:ext uri="{9D8B030D-6E8A-4147-A177-3AD203B41FA5}">
                      <a16:colId xmlns:a16="http://schemas.microsoft.com/office/drawing/2014/main" val="20000"/>
                    </a:ext>
                  </a:extLst>
                </a:gridCol>
                <a:gridCol w="5611209">
                  <a:extLst>
                    <a:ext uri="{9D8B030D-6E8A-4147-A177-3AD203B41FA5}">
                      <a16:colId xmlns:a16="http://schemas.microsoft.com/office/drawing/2014/main" val="20001"/>
                    </a:ext>
                  </a:extLst>
                </a:gridCol>
                <a:gridCol w="5611209">
                  <a:extLst>
                    <a:ext uri="{9D8B030D-6E8A-4147-A177-3AD203B41FA5}">
                      <a16:colId xmlns:a16="http://schemas.microsoft.com/office/drawing/2014/main" val="20002"/>
                    </a:ext>
                  </a:extLst>
                </a:gridCol>
              </a:tblGrid>
              <a:tr h="734784">
                <a:tc>
                  <a:txBody>
                    <a:bodyPr/>
                    <a:lstStyle/>
                    <a:p>
                      <a:pPr algn="ctr" fontAlgn="t"/>
                      <a:r>
                        <a:rPr lang="en-US" sz="3200" dirty="0">
                          <a:effectLst/>
                          <a:latin typeface="Consolas" panose="020B0609020204030204" pitchFamily="49" charset="0"/>
                        </a:rPr>
                        <a:t>Operator</a:t>
                      </a:r>
                    </a:p>
                  </a:txBody>
                  <a:tcPr marL="152400" marR="76200" marT="76200" marB="76200" anchor="ctr"/>
                </a:tc>
                <a:tc>
                  <a:txBody>
                    <a:bodyPr/>
                    <a:lstStyle/>
                    <a:p>
                      <a:pPr algn="ctr" fontAlgn="t"/>
                      <a:r>
                        <a:rPr lang="en-US" sz="3200" dirty="0">
                          <a:effectLst/>
                          <a:latin typeface="Consolas" panose="020B0609020204030204" pitchFamily="49" charset="0"/>
                        </a:rPr>
                        <a:t>Description</a:t>
                      </a:r>
                    </a:p>
                  </a:txBody>
                  <a:tcPr marL="152400" marR="76200" marT="76200" marB="76200" anchor="ctr"/>
                </a:tc>
                <a:tc>
                  <a:txBody>
                    <a:bodyPr/>
                    <a:lstStyle/>
                    <a:p>
                      <a:pPr algn="ctr" fontAlgn="t"/>
                      <a:r>
                        <a:rPr lang="en-US" sz="3200" dirty="0">
                          <a:effectLst/>
                          <a:latin typeface="Consolas" panose="020B0609020204030204" pitchFamily="49" charset="0"/>
                        </a:rPr>
                        <a:t>Example</a:t>
                      </a:r>
                    </a:p>
                  </a:txBody>
                  <a:tcPr marL="76200" marR="76200" marT="76200" marB="76200" anchor="ctr"/>
                </a:tc>
                <a:extLst>
                  <a:ext uri="{0D108BD9-81ED-4DB2-BD59-A6C34878D82A}">
                    <a16:rowId xmlns:a16="http://schemas.microsoft.com/office/drawing/2014/main" val="10000"/>
                  </a:ext>
                </a:extLst>
              </a:tr>
              <a:tr h="773456">
                <a:tc>
                  <a:txBody>
                    <a:bodyPr/>
                    <a:lstStyle/>
                    <a:p>
                      <a:pPr algn="ctr" fontAlgn="t"/>
                      <a:r>
                        <a:rPr lang="en-US" sz="3200" dirty="0">
                          <a:effectLst/>
                          <a:latin typeface="Consolas" panose="020B0609020204030204" pitchFamily="49" charset="0"/>
                        </a:rPr>
                        <a:t>and </a:t>
                      </a:r>
                    </a:p>
                  </a:txBody>
                  <a:tcPr marL="152400" marR="76200" marT="76200" marB="76200" anchor="ctr"/>
                </a:tc>
                <a:tc>
                  <a:txBody>
                    <a:bodyPr/>
                    <a:lstStyle/>
                    <a:p>
                      <a:pPr algn="ctr" fontAlgn="t"/>
                      <a:r>
                        <a:rPr lang="en-US" sz="3200" dirty="0">
                          <a:effectLst/>
                          <a:latin typeface="Consolas" panose="020B0609020204030204" pitchFamily="49" charset="0"/>
                        </a:rPr>
                        <a:t>Returns True if both statements are true</a:t>
                      </a:r>
                    </a:p>
                  </a:txBody>
                  <a:tcPr marL="76200" marR="76200" marT="76200" marB="76200" anchor="ctr"/>
                </a:tc>
                <a:tc>
                  <a:txBody>
                    <a:bodyPr/>
                    <a:lstStyle/>
                    <a:p>
                      <a:pPr algn="ctr" fontAlgn="t"/>
                      <a:r>
                        <a:rPr lang="en-US" sz="3200" dirty="0">
                          <a:effectLst/>
                          <a:latin typeface="Consolas" panose="020B0609020204030204" pitchFamily="49" charset="0"/>
                        </a:rPr>
                        <a:t>x &lt; 5 and  x &lt; 10</a:t>
                      </a:r>
                    </a:p>
                  </a:txBody>
                  <a:tcPr marL="76200" marR="76200" marT="76200" marB="76200" anchor="ctr"/>
                </a:tc>
                <a:extLst>
                  <a:ext uri="{0D108BD9-81ED-4DB2-BD59-A6C34878D82A}">
                    <a16:rowId xmlns:a16="http://schemas.microsoft.com/office/drawing/2014/main" val="10001"/>
                  </a:ext>
                </a:extLst>
              </a:tr>
              <a:tr h="773456">
                <a:tc>
                  <a:txBody>
                    <a:bodyPr/>
                    <a:lstStyle/>
                    <a:p>
                      <a:pPr algn="ctr" fontAlgn="t"/>
                      <a:r>
                        <a:rPr lang="en-US" sz="3200">
                          <a:effectLst/>
                          <a:latin typeface="Consolas" panose="020B0609020204030204" pitchFamily="49" charset="0"/>
                        </a:rPr>
                        <a:t>or</a:t>
                      </a:r>
                    </a:p>
                  </a:txBody>
                  <a:tcPr marL="152400" marR="76200" marT="76200" marB="76200" anchor="ctr"/>
                </a:tc>
                <a:tc>
                  <a:txBody>
                    <a:bodyPr/>
                    <a:lstStyle/>
                    <a:p>
                      <a:pPr algn="ctr" fontAlgn="t"/>
                      <a:r>
                        <a:rPr lang="en-US" sz="3200" dirty="0">
                          <a:effectLst/>
                          <a:latin typeface="Consolas" panose="020B0609020204030204" pitchFamily="49" charset="0"/>
                        </a:rPr>
                        <a:t>Returns True if one of the statements is true</a:t>
                      </a:r>
                    </a:p>
                  </a:txBody>
                  <a:tcPr marL="76200" marR="76200" marT="76200" marB="76200" anchor="ctr"/>
                </a:tc>
                <a:tc>
                  <a:txBody>
                    <a:bodyPr/>
                    <a:lstStyle/>
                    <a:p>
                      <a:pPr algn="ctr" fontAlgn="t"/>
                      <a:r>
                        <a:rPr lang="en-US" sz="3200" dirty="0">
                          <a:effectLst/>
                          <a:latin typeface="Consolas" panose="020B0609020204030204" pitchFamily="49" charset="0"/>
                        </a:rPr>
                        <a:t>x &lt; 5 or x &lt; 4</a:t>
                      </a:r>
                    </a:p>
                  </a:txBody>
                  <a:tcPr marL="76200" marR="76200" marT="76200" marB="76200" anchor="ctr"/>
                </a:tc>
                <a:extLst>
                  <a:ext uri="{0D108BD9-81ED-4DB2-BD59-A6C34878D82A}">
                    <a16:rowId xmlns:a16="http://schemas.microsoft.com/office/drawing/2014/main" val="10002"/>
                  </a:ext>
                </a:extLst>
              </a:tr>
              <a:tr h="773456">
                <a:tc>
                  <a:txBody>
                    <a:bodyPr/>
                    <a:lstStyle/>
                    <a:p>
                      <a:pPr algn="ctr" fontAlgn="t"/>
                      <a:r>
                        <a:rPr lang="en-US" sz="3200">
                          <a:effectLst/>
                          <a:latin typeface="Consolas" panose="020B0609020204030204" pitchFamily="49" charset="0"/>
                        </a:rPr>
                        <a:t>not</a:t>
                      </a:r>
                    </a:p>
                  </a:txBody>
                  <a:tcPr marL="152400" marR="76200" marT="76200" marB="76200" anchor="ctr"/>
                </a:tc>
                <a:tc>
                  <a:txBody>
                    <a:bodyPr/>
                    <a:lstStyle/>
                    <a:p>
                      <a:pPr algn="ctr" fontAlgn="t"/>
                      <a:r>
                        <a:rPr lang="en-US" sz="3200" dirty="0">
                          <a:effectLst/>
                          <a:latin typeface="Consolas" panose="020B0609020204030204" pitchFamily="49" charset="0"/>
                        </a:rPr>
                        <a:t>Reverse the result, returns False if the result is true</a:t>
                      </a:r>
                    </a:p>
                  </a:txBody>
                  <a:tcPr marL="76200" marR="76200" marT="76200" marB="76200" anchor="ctr"/>
                </a:tc>
                <a:tc>
                  <a:txBody>
                    <a:bodyPr/>
                    <a:lstStyle/>
                    <a:p>
                      <a:pPr algn="ctr" fontAlgn="t"/>
                      <a:r>
                        <a:rPr lang="en-US" sz="3200" dirty="0">
                          <a:effectLst/>
                          <a:latin typeface="Consolas" panose="020B0609020204030204" pitchFamily="49" charset="0"/>
                        </a:rPr>
                        <a:t>not(x &lt; 5 and x &lt; 10)</a:t>
                      </a:r>
                    </a:p>
                  </a:txBody>
                  <a:tcPr marL="76200" marR="76200" marT="76200" marB="76200" anchor="ct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110036723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55C8E9-C1B8-5632-BD44-92EB761E5117}"/>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C4706458-49F3-4ADF-09D1-BA3982B5A3E5}"/>
              </a:ext>
            </a:extLst>
          </p:cNvPr>
          <p:cNvGrpSpPr/>
          <p:nvPr/>
        </p:nvGrpSpPr>
        <p:grpSpPr>
          <a:xfrm>
            <a:off x="15240000" y="7086600"/>
            <a:ext cx="3200400" cy="3200400"/>
            <a:chOff x="0" y="0"/>
            <a:chExt cx="10022021" cy="9446043"/>
          </a:xfrm>
        </p:grpSpPr>
        <p:sp>
          <p:nvSpPr>
            <p:cNvPr id="3" name="Freeform 3">
              <a:extLst>
                <a:ext uri="{FF2B5EF4-FFF2-40B4-BE49-F238E27FC236}">
                  <a16:creationId xmlns:a16="http://schemas.microsoft.com/office/drawing/2014/main" id="{C66CD7B6-C3B9-BAFA-2B36-7ADEDA773BA8}"/>
                </a:ext>
              </a:extLst>
            </p:cNvPr>
            <p:cNvSpPr/>
            <p:nvPr/>
          </p:nvSpPr>
          <p:spPr>
            <a:xfrm>
              <a:off x="0" y="0"/>
              <a:ext cx="10022021" cy="9446043"/>
            </a:xfrm>
            <a:custGeom>
              <a:avLst/>
              <a:gdLst/>
              <a:ahLst/>
              <a:cxnLst/>
              <a:rect l="l" t="t" r="r" b="b"/>
              <a:pathLst>
                <a:path w="10022021" h="9446043">
                  <a:moveTo>
                    <a:pt x="0" y="0"/>
                  </a:moveTo>
                  <a:lnTo>
                    <a:pt x="10022021" y="0"/>
                  </a:lnTo>
                  <a:lnTo>
                    <a:pt x="10022021" y="9446043"/>
                  </a:lnTo>
                  <a:lnTo>
                    <a:pt x="0" y="9446043"/>
                  </a:lnTo>
                  <a:lnTo>
                    <a:pt x="0" y="0"/>
                  </a:lnTo>
                  <a:close/>
                </a:path>
              </a:pathLst>
            </a:custGeom>
            <a:blipFill>
              <a:blip r:embed="rId3">
                <a:alphaModFix amt="5000"/>
              </a:blip>
              <a:stretch>
                <a:fillRect/>
              </a:stretch>
            </a:blipFill>
          </p:spPr>
          <p:txBody>
            <a:bodyPr/>
            <a:lstStyle/>
            <a:p>
              <a:endParaRPr lang="en-PH"/>
            </a:p>
          </p:txBody>
        </p:sp>
        <p:sp>
          <p:nvSpPr>
            <p:cNvPr id="4" name="Freeform 4">
              <a:extLst>
                <a:ext uri="{FF2B5EF4-FFF2-40B4-BE49-F238E27FC236}">
                  <a16:creationId xmlns:a16="http://schemas.microsoft.com/office/drawing/2014/main" id="{EBC001A2-9A04-0B48-CE01-02A07DA5D6EE}"/>
                </a:ext>
              </a:extLst>
            </p:cNvPr>
            <p:cNvSpPr/>
            <p:nvPr/>
          </p:nvSpPr>
          <p:spPr>
            <a:xfrm>
              <a:off x="0" y="0"/>
              <a:ext cx="10022021" cy="9446043"/>
            </a:xfrm>
            <a:custGeom>
              <a:avLst/>
              <a:gdLst/>
              <a:ahLst/>
              <a:cxnLst/>
              <a:rect l="l" t="t" r="r" b="b"/>
              <a:pathLst>
                <a:path w="10022021" h="9446043">
                  <a:moveTo>
                    <a:pt x="0" y="0"/>
                  </a:moveTo>
                  <a:lnTo>
                    <a:pt x="10022021" y="0"/>
                  </a:lnTo>
                  <a:lnTo>
                    <a:pt x="10022021" y="9446043"/>
                  </a:lnTo>
                  <a:lnTo>
                    <a:pt x="0" y="9446043"/>
                  </a:lnTo>
                  <a:lnTo>
                    <a:pt x="0" y="0"/>
                  </a:lnTo>
                  <a:close/>
                </a:path>
              </a:pathLst>
            </a:custGeom>
            <a:blipFill>
              <a:blip r:embed="rId3">
                <a:alphaModFix amt="5000"/>
              </a:blip>
              <a:stretch>
                <a:fillRect/>
              </a:stretch>
            </a:blipFill>
          </p:spPr>
          <p:txBody>
            <a:bodyPr/>
            <a:lstStyle/>
            <a:p>
              <a:endParaRPr lang="en-PH"/>
            </a:p>
          </p:txBody>
        </p:sp>
        <p:sp>
          <p:nvSpPr>
            <p:cNvPr id="5" name="Freeform 5">
              <a:extLst>
                <a:ext uri="{FF2B5EF4-FFF2-40B4-BE49-F238E27FC236}">
                  <a16:creationId xmlns:a16="http://schemas.microsoft.com/office/drawing/2014/main" id="{711E1B7D-3C67-1B47-863F-285F4B7EDECD}"/>
                </a:ext>
              </a:extLst>
            </p:cNvPr>
            <p:cNvSpPr/>
            <p:nvPr/>
          </p:nvSpPr>
          <p:spPr>
            <a:xfrm>
              <a:off x="0" y="0"/>
              <a:ext cx="10022021" cy="9446043"/>
            </a:xfrm>
            <a:custGeom>
              <a:avLst/>
              <a:gdLst/>
              <a:ahLst/>
              <a:cxnLst/>
              <a:rect l="l" t="t" r="r" b="b"/>
              <a:pathLst>
                <a:path w="10022021" h="9446043">
                  <a:moveTo>
                    <a:pt x="0" y="0"/>
                  </a:moveTo>
                  <a:lnTo>
                    <a:pt x="10022021" y="0"/>
                  </a:lnTo>
                  <a:lnTo>
                    <a:pt x="10022021" y="9446043"/>
                  </a:lnTo>
                  <a:lnTo>
                    <a:pt x="0" y="9446043"/>
                  </a:lnTo>
                  <a:lnTo>
                    <a:pt x="0" y="0"/>
                  </a:lnTo>
                  <a:close/>
                </a:path>
              </a:pathLst>
            </a:custGeom>
            <a:blipFill>
              <a:blip r:embed="rId3">
                <a:alphaModFix amt="5000"/>
              </a:blip>
              <a:stretch>
                <a:fillRect/>
              </a:stretch>
            </a:blipFill>
          </p:spPr>
          <p:txBody>
            <a:bodyPr/>
            <a:lstStyle/>
            <a:p>
              <a:endParaRPr lang="en-PH"/>
            </a:p>
          </p:txBody>
        </p:sp>
      </p:grpSp>
      <p:sp>
        <p:nvSpPr>
          <p:cNvPr id="20" name="Freeform 20">
            <a:extLst>
              <a:ext uri="{FF2B5EF4-FFF2-40B4-BE49-F238E27FC236}">
                <a16:creationId xmlns:a16="http://schemas.microsoft.com/office/drawing/2014/main" id="{62E973CD-82AD-BDCB-FB42-E7C9663823B0}"/>
              </a:ext>
            </a:extLst>
          </p:cNvPr>
          <p:cNvSpPr/>
          <p:nvPr/>
        </p:nvSpPr>
        <p:spPr>
          <a:xfrm>
            <a:off x="16022831" y="9062992"/>
            <a:ext cx="2228298" cy="1222779"/>
          </a:xfrm>
          <a:custGeom>
            <a:avLst/>
            <a:gdLst/>
            <a:ahLst/>
            <a:cxnLst/>
            <a:rect l="l" t="t" r="r" b="b"/>
            <a:pathLst>
              <a:path w="2228298" h="1222779">
                <a:moveTo>
                  <a:pt x="0" y="0"/>
                </a:moveTo>
                <a:lnTo>
                  <a:pt x="2228298" y="0"/>
                </a:lnTo>
                <a:lnTo>
                  <a:pt x="2228298" y="1222779"/>
                </a:lnTo>
                <a:lnTo>
                  <a:pt x="0" y="122277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PH"/>
          </a:p>
        </p:txBody>
      </p:sp>
      <p:pic>
        <p:nvPicPr>
          <p:cNvPr id="19" name="Picture 18" descr="A blue and orange square&#10;&#10;Description automatically generated">
            <a:extLst>
              <a:ext uri="{FF2B5EF4-FFF2-40B4-BE49-F238E27FC236}">
                <a16:creationId xmlns:a16="http://schemas.microsoft.com/office/drawing/2014/main" id="{56A327BA-946E-7521-FFB3-00F32A95C802}"/>
              </a:ext>
            </a:extLst>
          </p:cNvPr>
          <p:cNvPicPr>
            <a:picLocks noChangeAspect="1"/>
          </p:cNvPicPr>
          <p:nvPr/>
        </p:nvPicPr>
        <p:blipFill rotWithShape="1">
          <a:blip r:embed="rId6" cstate="print">
            <a:alphaModFix amt="50000"/>
            <a:extLst>
              <a:ext uri="{28A0092B-C50C-407E-A947-70E740481C1C}">
                <a14:useLocalDpi xmlns:a14="http://schemas.microsoft.com/office/drawing/2010/main" val="0"/>
              </a:ext>
            </a:extLst>
          </a:blip>
          <a:srcRect l="10012"/>
          <a:stretch/>
        </p:blipFill>
        <p:spPr>
          <a:xfrm>
            <a:off x="-11723" y="0"/>
            <a:ext cx="18251129" cy="2095500"/>
          </a:xfrm>
          <a:prstGeom prst="rect">
            <a:avLst/>
          </a:prstGeom>
        </p:spPr>
      </p:pic>
      <p:sp>
        <p:nvSpPr>
          <p:cNvPr id="21" name="TextBox 28">
            <a:extLst>
              <a:ext uri="{FF2B5EF4-FFF2-40B4-BE49-F238E27FC236}">
                <a16:creationId xmlns:a16="http://schemas.microsoft.com/office/drawing/2014/main" id="{D3B6CC8A-A669-3076-D03B-58C5B4E27294}"/>
              </a:ext>
            </a:extLst>
          </p:cNvPr>
          <p:cNvSpPr txBox="1"/>
          <p:nvPr/>
        </p:nvSpPr>
        <p:spPr>
          <a:xfrm>
            <a:off x="749993" y="-15883"/>
            <a:ext cx="16381125" cy="1399037"/>
          </a:xfrm>
          <a:prstGeom prst="rect">
            <a:avLst/>
          </a:prstGeom>
        </p:spPr>
        <p:txBody>
          <a:bodyPr wrap="square" lIns="0" tIns="0" rIns="0" bIns="0" rtlCol="0" anchor="t">
            <a:spAutoFit/>
          </a:bodyPr>
          <a:lstStyle/>
          <a:p>
            <a:pPr>
              <a:lnSpc>
                <a:spcPts val="12857"/>
              </a:lnSpc>
            </a:pPr>
            <a:r>
              <a:rPr lang="en-US" sz="4800" i="1" spc="-360" dirty="0">
                <a:ln>
                  <a:solidFill>
                    <a:schemeClr val="tx1"/>
                  </a:solidFill>
                </a:ln>
                <a:solidFill>
                  <a:schemeClr val="bg1"/>
                </a:solidFill>
                <a:latin typeface="Consolas" panose="020B0609020204030204" pitchFamily="49" charset="0"/>
                <a:ea typeface="Cambria" panose="02040503050406030204" pitchFamily="18" charset="0"/>
              </a:rPr>
              <a:t>Identity Operators</a:t>
            </a:r>
          </a:p>
        </p:txBody>
      </p:sp>
      <p:sp>
        <p:nvSpPr>
          <p:cNvPr id="6" name="TextBox 5">
            <a:extLst>
              <a:ext uri="{FF2B5EF4-FFF2-40B4-BE49-F238E27FC236}">
                <a16:creationId xmlns:a16="http://schemas.microsoft.com/office/drawing/2014/main" id="{086F27FC-78D4-3E9C-9384-4085507C87B5}"/>
              </a:ext>
            </a:extLst>
          </p:cNvPr>
          <p:cNvSpPr txBox="1"/>
          <p:nvPr/>
        </p:nvSpPr>
        <p:spPr>
          <a:xfrm>
            <a:off x="463773" y="2159217"/>
            <a:ext cx="16953563" cy="1754326"/>
          </a:xfrm>
          <a:prstGeom prst="rect">
            <a:avLst/>
          </a:prstGeom>
          <a:noFill/>
        </p:spPr>
        <p:txBody>
          <a:bodyPr wrap="square">
            <a:spAutoFit/>
          </a:bodyPr>
          <a:lstStyle/>
          <a:p>
            <a:pPr algn="just"/>
            <a:r>
              <a:rPr lang="en-US" sz="3600" dirty="0">
                <a:latin typeface="Consolas" panose="020B0609020204030204" pitchFamily="49" charset="0"/>
              </a:rPr>
              <a:t>Identity operators are used to compare the objects, not if they are equal, but if they are the same object, with the same memory location.</a:t>
            </a:r>
          </a:p>
        </p:txBody>
      </p:sp>
      <p:graphicFrame>
        <p:nvGraphicFramePr>
          <p:cNvPr id="7" name="Table 6">
            <a:extLst>
              <a:ext uri="{FF2B5EF4-FFF2-40B4-BE49-F238E27FC236}">
                <a16:creationId xmlns:a16="http://schemas.microsoft.com/office/drawing/2014/main" id="{05E4D527-FC49-9C72-A016-6E94299C37D6}"/>
              </a:ext>
            </a:extLst>
          </p:cNvPr>
          <p:cNvGraphicFramePr>
            <a:graphicFrameLocks noGrp="1"/>
          </p:cNvGraphicFramePr>
          <p:nvPr>
            <p:extLst>
              <p:ext uri="{D42A27DB-BD31-4B8C-83A1-F6EECF244321}">
                <p14:modId xmlns:p14="http://schemas.microsoft.com/office/powerpoint/2010/main" val="3136519160"/>
              </p:ext>
            </p:extLst>
          </p:nvPr>
        </p:nvGraphicFramePr>
        <p:xfrm>
          <a:off x="523740" y="4052842"/>
          <a:ext cx="16833627" cy="3599904"/>
        </p:xfrm>
        <a:graphic>
          <a:graphicData uri="http://schemas.openxmlformats.org/drawingml/2006/table">
            <a:tbl>
              <a:tblPr firstRow="1" bandRow="1">
                <a:tableStyleId>{10A1B5D5-9B99-4C35-A422-299274C87663}</a:tableStyleId>
              </a:tblPr>
              <a:tblGrid>
                <a:gridCol w="5611209">
                  <a:extLst>
                    <a:ext uri="{9D8B030D-6E8A-4147-A177-3AD203B41FA5}">
                      <a16:colId xmlns:a16="http://schemas.microsoft.com/office/drawing/2014/main" val="20000"/>
                    </a:ext>
                  </a:extLst>
                </a:gridCol>
                <a:gridCol w="5611209">
                  <a:extLst>
                    <a:ext uri="{9D8B030D-6E8A-4147-A177-3AD203B41FA5}">
                      <a16:colId xmlns:a16="http://schemas.microsoft.com/office/drawing/2014/main" val="20001"/>
                    </a:ext>
                  </a:extLst>
                </a:gridCol>
                <a:gridCol w="5611209">
                  <a:extLst>
                    <a:ext uri="{9D8B030D-6E8A-4147-A177-3AD203B41FA5}">
                      <a16:colId xmlns:a16="http://schemas.microsoft.com/office/drawing/2014/main" val="20002"/>
                    </a:ext>
                  </a:extLst>
                </a:gridCol>
              </a:tblGrid>
              <a:tr h="734784">
                <a:tc>
                  <a:txBody>
                    <a:bodyPr/>
                    <a:lstStyle/>
                    <a:p>
                      <a:pPr algn="ctr" fontAlgn="t"/>
                      <a:r>
                        <a:rPr lang="en-US" sz="3200" dirty="0">
                          <a:effectLst/>
                          <a:latin typeface="Consolas" panose="020B0609020204030204" pitchFamily="49" charset="0"/>
                        </a:rPr>
                        <a:t>Operator</a:t>
                      </a:r>
                    </a:p>
                  </a:txBody>
                  <a:tcPr marL="152400" marR="76200" marT="76200" marB="76200" anchor="ctr"/>
                </a:tc>
                <a:tc>
                  <a:txBody>
                    <a:bodyPr/>
                    <a:lstStyle/>
                    <a:p>
                      <a:pPr algn="ctr" fontAlgn="t"/>
                      <a:r>
                        <a:rPr lang="en-US" sz="3200" dirty="0">
                          <a:effectLst/>
                          <a:latin typeface="Consolas" panose="020B0609020204030204" pitchFamily="49" charset="0"/>
                        </a:rPr>
                        <a:t>Description</a:t>
                      </a:r>
                    </a:p>
                  </a:txBody>
                  <a:tcPr marL="152400" marR="76200" marT="76200" marB="76200" anchor="ctr"/>
                </a:tc>
                <a:tc>
                  <a:txBody>
                    <a:bodyPr/>
                    <a:lstStyle/>
                    <a:p>
                      <a:pPr algn="ctr" fontAlgn="t"/>
                      <a:r>
                        <a:rPr lang="en-US" sz="3200" dirty="0">
                          <a:effectLst/>
                          <a:latin typeface="Consolas" panose="020B0609020204030204" pitchFamily="49" charset="0"/>
                        </a:rPr>
                        <a:t>Example</a:t>
                      </a:r>
                    </a:p>
                  </a:txBody>
                  <a:tcPr marL="76200" marR="76200" marT="76200" marB="76200" anchor="ctr"/>
                </a:tc>
                <a:extLst>
                  <a:ext uri="{0D108BD9-81ED-4DB2-BD59-A6C34878D82A}">
                    <a16:rowId xmlns:a16="http://schemas.microsoft.com/office/drawing/2014/main" val="10000"/>
                  </a:ext>
                </a:extLst>
              </a:tr>
              <a:tr h="773456">
                <a:tc>
                  <a:txBody>
                    <a:bodyPr/>
                    <a:lstStyle/>
                    <a:p>
                      <a:pPr algn="ctr" fontAlgn="t"/>
                      <a:r>
                        <a:rPr lang="en-US" sz="2800" dirty="0">
                          <a:effectLst/>
                          <a:latin typeface="Consolas" panose="020B0609020204030204" pitchFamily="49" charset="0"/>
                        </a:rPr>
                        <a:t>is </a:t>
                      </a:r>
                    </a:p>
                  </a:txBody>
                  <a:tcPr marL="152400" marR="76200" marT="76200" marB="76200" anchor="ctr"/>
                </a:tc>
                <a:tc>
                  <a:txBody>
                    <a:bodyPr/>
                    <a:lstStyle/>
                    <a:p>
                      <a:pPr algn="ctr" fontAlgn="t"/>
                      <a:r>
                        <a:rPr lang="en-US" sz="2800" dirty="0">
                          <a:effectLst/>
                          <a:latin typeface="Consolas" panose="020B0609020204030204" pitchFamily="49" charset="0"/>
                        </a:rPr>
                        <a:t>Returns True if both variables are the same object</a:t>
                      </a:r>
                    </a:p>
                  </a:txBody>
                  <a:tcPr marL="76200" marR="76200" marT="76200" marB="76200" anchor="ctr"/>
                </a:tc>
                <a:tc>
                  <a:txBody>
                    <a:bodyPr/>
                    <a:lstStyle/>
                    <a:p>
                      <a:pPr algn="ctr" fontAlgn="t"/>
                      <a:r>
                        <a:rPr lang="en-US" sz="2800">
                          <a:effectLst/>
                          <a:latin typeface="Consolas" panose="020B0609020204030204" pitchFamily="49" charset="0"/>
                        </a:rPr>
                        <a:t>x is y</a:t>
                      </a:r>
                    </a:p>
                  </a:txBody>
                  <a:tcPr marL="76200" marR="76200" marT="76200" marB="76200" anchor="ctr"/>
                </a:tc>
                <a:extLst>
                  <a:ext uri="{0D108BD9-81ED-4DB2-BD59-A6C34878D82A}">
                    <a16:rowId xmlns:a16="http://schemas.microsoft.com/office/drawing/2014/main" val="10001"/>
                  </a:ext>
                </a:extLst>
              </a:tr>
              <a:tr h="773456">
                <a:tc>
                  <a:txBody>
                    <a:bodyPr/>
                    <a:lstStyle/>
                    <a:p>
                      <a:pPr algn="ctr" fontAlgn="t"/>
                      <a:r>
                        <a:rPr lang="en-US" sz="2800" dirty="0">
                          <a:effectLst/>
                          <a:latin typeface="Consolas" panose="020B0609020204030204" pitchFamily="49" charset="0"/>
                        </a:rPr>
                        <a:t>is not</a:t>
                      </a:r>
                    </a:p>
                  </a:txBody>
                  <a:tcPr marL="152400" marR="76200" marT="76200" marB="76200" anchor="ctr"/>
                </a:tc>
                <a:tc>
                  <a:txBody>
                    <a:bodyPr/>
                    <a:lstStyle/>
                    <a:p>
                      <a:pPr algn="ctr" fontAlgn="t"/>
                      <a:r>
                        <a:rPr lang="en-US" sz="2800" dirty="0">
                          <a:effectLst/>
                          <a:latin typeface="Consolas" panose="020B0609020204030204" pitchFamily="49" charset="0"/>
                        </a:rPr>
                        <a:t>Returns True if both variables are not the same object</a:t>
                      </a:r>
                    </a:p>
                  </a:txBody>
                  <a:tcPr marL="76200" marR="76200" marT="76200" marB="76200" anchor="ctr"/>
                </a:tc>
                <a:tc>
                  <a:txBody>
                    <a:bodyPr/>
                    <a:lstStyle/>
                    <a:p>
                      <a:pPr algn="ctr" fontAlgn="t"/>
                      <a:r>
                        <a:rPr lang="en-US" sz="2800" dirty="0">
                          <a:effectLst/>
                          <a:latin typeface="Consolas" panose="020B0609020204030204" pitchFamily="49" charset="0"/>
                        </a:rPr>
                        <a:t>x is not y</a:t>
                      </a:r>
                    </a:p>
                  </a:txBody>
                  <a:tcPr marL="76200" marR="76200" marT="76200" marB="76200" anchor="ct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388035373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289D74-77E7-FB05-C641-AA2405A25F42}"/>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3F232315-6AB6-A435-F605-21D00F9CACD9}"/>
              </a:ext>
            </a:extLst>
          </p:cNvPr>
          <p:cNvGrpSpPr/>
          <p:nvPr/>
        </p:nvGrpSpPr>
        <p:grpSpPr>
          <a:xfrm>
            <a:off x="15240000" y="7086600"/>
            <a:ext cx="3200400" cy="3200400"/>
            <a:chOff x="0" y="0"/>
            <a:chExt cx="10022021" cy="9446043"/>
          </a:xfrm>
        </p:grpSpPr>
        <p:sp>
          <p:nvSpPr>
            <p:cNvPr id="3" name="Freeform 3">
              <a:extLst>
                <a:ext uri="{FF2B5EF4-FFF2-40B4-BE49-F238E27FC236}">
                  <a16:creationId xmlns:a16="http://schemas.microsoft.com/office/drawing/2014/main" id="{D21DBDB7-FDAF-F4A3-FC35-F52CD89E1E75}"/>
                </a:ext>
              </a:extLst>
            </p:cNvPr>
            <p:cNvSpPr/>
            <p:nvPr/>
          </p:nvSpPr>
          <p:spPr>
            <a:xfrm>
              <a:off x="0" y="0"/>
              <a:ext cx="10022021" cy="9446043"/>
            </a:xfrm>
            <a:custGeom>
              <a:avLst/>
              <a:gdLst/>
              <a:ahLst/>
              <a:cxnLst/>
              <a:rect l="l" t="t" r="r" b="b"/>
              <a:pathLst>
                <a:path w="10022021" h="9446043">
                  <a:moveTo>
                    <a:pt x="0" y="0"/>
                  </a:moveTo>
                  <a:lnTo>
                    <a:pt x="10022021" y="0"/>
                  </a:lnTo>
                  <a:lnTo>
                    <a:pt x="10022021" y="9446043"/>
                  </a:lnTo>
                  <a:lnTo>
                    <a:pt x="0" y="9446043"/>
                  </a:lnTo>
                  <a:lnTo>
                    <a:pt x="0" y="0"/>
                  </a:lnTo>
                  <a:close/>
                </a:path>
              </a:pathLst>
            </a:custGeom>
            <a:blipFill>
              <a:blip r:embed="rId3">
                <a:alphaModFix amt="5000"/>
              </a:blip>
              <a:stretch>
                <a:fillRect/>
              </a:stretch>
            </a:blipFill>
          </p:spPr>
          <p:txBody>
            <a:bodyPr/>
            <a:lstStyle/>
            <a:p>
              <a:endParaRPr lang="en-PH"/>
            </a:p>
          </p:txBody>
        </p:sp>
        <p:sp>
          <p:nvSpPr>
            <p:cNvPr id="4" name="Freeform 4">
              <a:extLst>
                <a:ext uri="{FF2B5EF4-FFF2-40B4-BE49-F238E27FC236}">
                  <a16:creationId xmlns:a16="http://schemas.microsoft.com/office/drawing/2014/main" id="{06DF8497-4B4D-EDAE-D391-E92CB31B9C4E}"/>
                </a:ext>
              </a:extLst>
            </p:cNvPr>
            <p:cNvSpPr/>
            <p:nvPr/>
          </p:nvSpPr>
          <p:spPr>
            <a:xfrm>
              <a:off x="0" y="0"/>
              <a:ext cx="10022021" cy="9446043"/>
            </a:xfrm>
            <a:custGeom>
              <a:avLst/>
              <a:gdLst/>
              <a:ahLst/>
              <a:cxnLst/>
              <a:rect l="l" t="t" r="r" b="b"/>
              <a:pathLst>
                <a:path w="10022021" h="9446043">
                  <a:moveTo>
                    <a:pt x="0" y="0"/>
                  </a:moveTo>
                  <a:lnTo>
                    <a:pt x="10022021" y="0"/>
                  </a:lnTo>
                  <a:lnTo>
                    <a:pt x="10022021" y="9446043"/>
                  </a:lnTo>
                  <a:lnTo>
                    <a:pt x="0" y="9446043"/>
                  </a:lnTo>
                  <a:lnTo>
                    <a:pt x="0" y="0"/>
                  </a:lnTo>
                  <a:close/>
                </a:path>
              </a:pathLst>
            </a:custGeom>
            <a:blipFill>
              <a:blip r:embed="rId3">
                <a:alphaModFix amt="5000"/>
              </a:blip>
              <a:stretch>
                <a:fillRect/>
              </a:stretch>
            </a:blipFill>
          </p:spPr>
          <p:txBody>
            <a:bodyPr/>
            <a:lstStyle/>
            <a:p>
              <a:endParaRPr lang="en-PH"/>
            </a:p>
          </p:txBody>
        </p:sp>
        <p:sp>
          <p:nvSpPr>
            <p:cNvPr id="5" name="Freeform 5">
              <a:extLst>
                <a:ext uri="{FF2B5EF4-FFF2-40B4-BE49-F238E27FC236}">
                  <a16:creationId xmlns:a16="http://schemas.microsoft.com/office/drawing/2014/main" id="{689F99BC-F5C3-A69D-6CEB-76263553578D}"/>
                </a:ext>
              </a:extLst>
            </p:cNvPr>
            <p:cNvSpPr/>
            <p:nvPr/>
          </p:nvSpPr>
          <p:spPr>
            <a:xfrm>
              <a:off x="0" y="0"/>
              <a:ext cx="10022021" cy="9446043"/>
            </a:xfrm>
            <a:custGeom>
              <a:avLst/>
              <a:gdLst/>
              <a:ahLst/>
              <a:cxnLst/>
              <a:rect l="l" t="t" r="r" b="b"/>
              <a:pathLst>
                <a:path w="10022021" h="9446043">
                  <a:moveTo>
                    <a:pt x="0" y="0"/>
                  </a:moveTo>
                  <a:lnTo>
                    <a:pt x="10022021" y="0"/>
                  </a:lnTo>
                  <a:lnTo>
                    <a:pt x="10022021" y="9446043"/>
                  </a:lnTo>
                  <a:lnTo>
                    <a:pt x="0" y="9446043"/>
                  </a:lnTo>
                  <a:lnTo>
                    <a:pt x="0" y="0"/>
                  </a:lnTo>
                  <a:close/>
                </a:path>
              </a:pathLst>
            </a:custGeom>
            <a:blipFill>
              <a:blip r:embed="rId3">
                <a:alphaModFix amt="5000"/>
              </a:blip>
              <a:stretch>
                <a:fillRect/>
              </a:stretch>
            </a:blipFill>
          </p:spPr>
          <p:txBody>
            <a:bodyPr/>
            <a:lstStyle/>
            <a:p>
              <a:endParaRPr lang="en-PH"/>
            </a:p>
          </p:txBody>
        </p:sp>
      </p:grpSp>
      <p:sp>
        <p:nvSpPr>
          <p:cNvPr id="20" name="Freeform 20">
            <a:extLst>
              <a:ext uri="{FF2B5EF4-FFF2-40B4-BE49-F238E27FC236}">
                <a16:creationId xmlns:a16="http://schemas.microsoft.com/office/drawing/2014/main" id="{4DBB9ADD-CDD1-67AA-C7ED-7A59ADDF377F}"/>
              </a:ext>
            </a:extLst>
          </p:cNvPr>
          <p:cNvSpPr/>
          <p:nvPr/>
        </p:nvSpPr>
        <p:spPr>
          <a:xfrm>
            <a:off x="16022831" y="9062992"/>
            <a:ext cx="2228298" cy="1222779"/>
          </a:xfrm>
          <a:custGeom>
            <a:avLst/>
            <a:gdLst/>
            <a:ahLst/>
            <a:cxnLst/>
            <a:rect l="l" t="t" r="r" b="b"/>
            <a:pathLst>
              <a:path w="2228298" h="1222779">
                <a:moveTo>
                  <a:pt x="0" y="0"/>
                </a:moveTo>
                <a:lnTo>
                  <a:pt x="2228298" y="0"/>
                </a:lnTo>
                <a:lnTo>
                  <a:pt x="2228298" y="1222779"/>
                </a:lnTo>
                <a:lnTo>
                  <a:pt x="0" y="122277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PH"/>
          </a:p>
        </p:txBody>
      </p:sp>
      <p:pic>
        <p:nvPicPr>
          <p:cNvPr id="19" name="Picture 18" descr="A blue and orange square&#10;&#10;Description automatically generated">
            <a:extLst>
              <a:ext uri="{FF2B5EF4-FFF2-40B4-BE49-F238E27FC236}">
                <a16:creationId xmlns:a16="http://schemas.microsoft.com/office/drawing/2014/main" id="{3B6789D5-1278-A3DD-CC2F-70EFD9F5CBA2}"/>
              </a:ext>
            </a:extLst>
          </p:cNvPr>
          <p:cNvPicPr>
            <a:picLocks noChangeAspect="1"/>
          </p:cNvPicPr>
          <p:nvPr/>
        </p:nvPicPr>
        <p:blipFill rotWithShape="1">
          <a:blip r:embed="rId6" cstate="print">
            <a:alphaModFix amt="50000"/>
            <a:extLst>
              <a:ext uri="{28A0092B-C50C-407E-A947-70E740481C1C}">
                <a14:useLocalDpi xmlns:a14="http://schemas.microsoft.com/office/drawing/2010/main" val="0"/>
              </a:ext>
            </a:extLst>
          </a:blip>
          <a:srcRect l="10012"/>
          <a:stretch/>
        </p:blipFill>
        <p:spPr>
          <a:xfrm>
            <a:off x="-11723" y="0"/>
            <a:ext cx="18251129" cy="2095500"/>
          </a:xfrm>
          <a:prstGeom prst="rect">
            <a:avLst/>
          </a:prstGeom>
        </p:spPr>
      </p:pic>
      <p:sp>
        <p:nvSpPr>
          <p:cNvPr id="21" name="TextBox 28">
            <a:extLst>
              <a:ext uri="{FF2B5EF4-FFF2-40B4-BE49-F238E27FC236}">
                <a16:creationId xmlns:a16="http://schemas.microsoft.com/office/drawing/2014/main" id="{6C10B61A-204F-587E-8A5F-EEECFC23D014}"/>
              </a:ext>
            </a:extLst>
          </p:cNvPr>
          <p:cNvSpPr txBox="1"/>
          <p:nvPr/>
        </p:nvSpPr>
        <p:spPr>
          <a:xfrm>
            <a:off x="749993" y="-15883"/>
            <a:ext cx="16381125" cy="1399037"/>
          </a:xfrm>
          <a:prstGeom prst="rect">
            <a:avLst/>
          </a:prstGeom>
        </p:spPr>
        <p:txBody>
          <a:bodyPr wrap="square" lIns="0" tIns="0" rIns="0" bIns="0" rtlCol="0" anchor="t">
            <a:spAutoFit/>
          </a:bodyPr>
          <a:lstStyle/>
          <a:p>
            <a:pPr>
              <a:lnSpc>
                <a:spcPts val="12857"/>
              </a:lnSpc>
            </a:pPr>
            <a:r>
              <a:rPr lang="en-US" sz="4800" i="1" spc="-360" dirty="0">
                <a:ln>
                  <a:solidFill>
                    <a:schemeClr val="tx1"/>
                  </a:solidFill>
                </a:ln>
                <a:solidFill>
                  <a:schemeClr val="bg1"/>
                </a:solidFill>
                <a:latin typeface="Consolas" panose="020B0609020204030204" pitchFamily="49" charset="0"/>
                <a:ea typeface="Cambria" panose="02040503050406030204" pitchFamily="18" charset="0"/>
              </a:rPr>
              <a:t>Membership Operators</a:t>
            </a:r>
          </a:p>
        </p:txBody>
      </p:sp>
      <p:sp>
        <p:nvSpPr>
          <p:cNvPr id="6" name="TextBox 5">
            <a:extLst>
              <a:ext uri="{FF2B5EF4-FFF2-40B4-BE49-F238E27FC236}">
                <a16:creationId xmlns:a16="http://schemas.microsoft.com/office/drawing/2014/main" id="{E50866A0-2F94-75F5-5433-08A00FE1AE29}"/>
              </a:ext>
            </a:extLst>
          </p:cNvPr>
          <p:cNvSpPr txBox="1"/>
          <p:nvPr/>
        </p:nvSpPr>
        <p:spPr>
          <a:xfrm>
            <a:off x="463773" y="2159217"/>
            <a:ext cx="16953563" cy="1200329"/>
          </a:xfrm>
          <a:prstGeom prst="rect">
            <a:avLst/>
          </a:prstGeom>
          <a:noFill/>
        </p:spPr>
        <p:txBody>
          <a:bodyPr wrap="square">
            <a:spAutoFit/>
          </a:bodyPr>
          <a:lstStyle/>
          <a:p>
            <a:pPr algn="just"/>
            <a:r>
              <a:rPr lang="en-US" sz="3600" dirty="0">
                <a:latin typeface="Consolas" panose="020B0609020204030204" pitchFamily="49" charset="0"/>
              </a:rPr>
              <a:t>Membership operators are used to test if a sequence is presented in an object.</a:t>
            </a:r>
          </a:p>
        </p:txBody>
      </p:sp>
      <p:graphicFrame>
        <p:nvGraphicFramePr>
          <p:cNvPr id="7" name="Table 6">
            <a:extLst>
              <a:ext uri="{FF2B5EF4-FFF2-40B4-BE49-F238E27FC236}">
                <a16:creationId xmlns:a16="http://schemas.microsoft.com/office/drawing/2014/main" id="{A24A9D3B-CE0D-3D8D-2398-B978E9E3D288}"/>
              </a:ext>
            </a:extLst>
          </p:cNvPr>
          <p:cNvGraphicFramePr>
            <a:graphicFrameLocks noGrp="1"/>
          </p:cNvGraphicFramePr>
          <p:nvPr>
            <p:extLst>
              <p:ext uri="{D42A27DB-BD31-4B8C-83A1-F6EECF244321}">
                <p14:modId xmlns:p14="http://schemas.microsoft.com/office/powerpoint/2010/main" val="3563034263"/>
              </p:ext>
            </p:extLst>
          </p:nvPr>
        </p:nvGraphicFramePr>
        <p:xfrm>
          <a:off x="523740" y="4052842"/>
          <a:ext cx="16833627" cy="3965664"/>
        </p:xfrm>
        <a:graphic>
          <a:graphicData uri="http://schemas.openxmlformats.org/drawingml/2006/table">
            <a:tbl>
              <a:tblPr firstRow="1" bandRow="1">
                <a:tableStyleId>{10A1B5D5-9B99-4C35-A422-299274C87663}</a:tableStyleId>
              </a:tblPr>
              <a:tblGrid>
                <a:gridCol w="4886460">
                  <a:extLst>
                    <a:ext uri="{9D8B030D-6E8A-4147-A177-3AD203B41FA5}">
                      <a16:colId xmlns:a16="http://schemas.microsoft.com/office/drawing/2014/main" val="20000"/>
                    </a:ext>
                  </a:extLst>
                </a:gridCol>
                <a:gridCol w="6335958">
                  <a:extLst>
                    <a:ext uri="{9D8B030D-6E8A-4147-A177-3AD203B41FA5}">
                      <a16:colId xmlns:a16="http://schemas.microsoft.com/office/drawing/2014/main" val="20001"/>
                    </a:ext>
                  </a:extLst>
                </a:gridCol>
                <a:gridCol w="5611209">
                  <a:extLst>
                    <a:ext uri="{9D8B030D-6E8A-4147-A177-3AD203B41FA5}">
                      <a16:colId xmlns:a16="http://schemas.microsoft.com/office/drawing/2014/main" val="20002"/>
                    </a:ext>
                  </a:extLst>
                </a:gridCol>
              </a:tblGrid>
              <a:tr h="734784">
                <a:tc>
                  <a:txBody>
                    <a:bodyPr/>
                    <a:lstStyle/>
                    <a:p>
                      <a:pPr algn="ctr" fontAlgn="t"/>
                      <a:r>
                        <a:rPr lang="en-US" sz="3200" dirty="0">
                          <a:effectLst/>
                          <a:latin typeface="Consolas" panose="020B0609020204030204" pitchFamily="49" charset="0"/>
                        </a:rPr>
                        <a:t>Operator</a:t>
                      </a:r>
                    </a:p>
                  </a:txBody>
                  <a:tcPr marL="152400" marR="76200" marT="76200" marB="76200" anchor="ctr"/>
                </a:tc>
                <a:tc>
                  <a:txBody>
                    <a:bodyPr/>
                    <a:lstStyle/>
                    <a:p>
                      <a:pPr algn="ctr" fontAlgn="t"/>
                      <a:r>
                        <a:rPr lang="en-US" sz="3200" dirty="0">
                          <a:effectLst/>
                          <a:latin typeface="Consolas" panose="020B0609020204030204" pitchFamily="49" charset="0"/>
                        </a:rPr>
                        <a:t>Description</a:t>
                      </a:r>
                    </a:p>
                  </a:txBody>
                  <a:tcPr marL="152400" marR="76200" marT="76200" marB="76200" anchor="ctr"/>
                </a:tc>
                <a:tc>
                  <a:txBody>
                    <a:bodyPr/>
                    <a:lstStyle/>
                    <a:p>
                      <a:pPr algn="ctr" fontAlgn="t"/>
                      <a:r>
                        <a:rPr lang="en-US" sz="3200" dirty="0">
                          <a:effectLst/>
                          <a:latin typeface="Consolas" panose="020B0609020204030204" pitchFamily="49" charset="0"/>
                        </a:rPr>
                        <a:t>Example</a:t>
                      </a:r>
                    </a:p>
                  </a:txBody>
                  <a:tcPr marL="76200" marR="76200" marT="76200" marB="76200" anchor="ctr"/>
                </a:tc>
                <a:extLst>
                  <a:ext uri="{0D108BD9-81ED-4DB2-BD59-A6C34878D82A}">
                    <a16:rowId xmlns:a16="http://schemas.microsoft.com/office/drawing/2014/main" val="10000"/>
                  </a:ext>
                </a:extLst>
              </a:tr>
              <a:tr h="773456">
                <a:tc>
                  <a:txBody>
                    <a:bodyPr/>
                    <a:lstStyle/>
                    <a:p>
                      <a:pPr algn="ctr" fontAlgn="t"/>
                      <a:r>
                        <a:rPr lang="en-US" sz="3200" dirty="0">
                          <a:effectLst/>
                          <a:latin typeface="Consolas" panose="020B0609020204030204" pitchFamily="49" charset="0"/>
                        </a:rPr>
                        <a:t>in </a:t>
                      </a:r>
                    </a:p>
                  </a:txBody>
                  <a:tcPr marL="152400" marR="76200" marT="76200" marB="76200" anchor="ctr"/>
                </a:tc>
                <a:tc>
                  <a:txBody>
                    <a:bodyPr/>
                    <a:lstStyle/>
                    <a:p>
                      <a:pPr algn="ctr" fontAlgn="t"/>
                      <a:r>
                        <a:rPr lang="en-US" sz="3200" dirty="0">
                          <a:effectLst/>
                          <a:latin typeface="Consolas" panose="020B0609020204030204" pitchFamily="49" charset="0"/>
                        </a:rPr>
                        <a:t>Returns True if a sequence with the specified value is present in the object</a:t>
                      </a:r>
                    </a:p>
                  </a:txBody>
                  <a:tcPr marL="76200" marR="76200" marT="76200" marB="76200" anchor="ctr"/>
                </a:tc>
                <a:tc>
                  <a:txBody>
                    <a:bodyPr/>
                    <a:lstStyle/>
                    <a:p>
                      <a:pPr algn="ctr" fontAlgn="t"/>
                      <a:r>
                        <a:rPr lang="en-US" sz="3200" dirty="0">
                          <a:effectLst/>
                          <a:latin typeface="Consolas" panose="020B0609020204030204" pitchFamily="49" charset="0"/>
                        </a:rPr>
                        <a:t>x in y</a:t>
                      </a:r>
                    </a:p>
                  </a:txBody>
                  <a:tcPr marL="76200" marR="76200" marT="76200" marB="76200" anchor="ctr"/>
                </a:tc>
                <a:extLst>
                  <a:ext uri="{0D108BD9-81ED-4DB2-BD59-A6C34878D82A}">
                    <a16:rowId xmlns:a16="http://schemas.microsoft.com/office/drawing/2014/main" val="10001"/>
                  </a:ext>
                </a:extLst>
              </a:tr>
              <a:tr h="773456">
                <a:tc>
                  <a:txBody>
                    <a:bodyPr/>
                    <a:lstStyle/>
                    <a:p>
                      <a:pPr algn="ctr" fontAlgn="t"/>
                      <a:r>
                        <a:rPr lang="en-US" sz="3200">
                          <a:effectLst/>
                          <a:latin typeface="Consolas" panose="020B0609020204030204" pitchFamily="49" charset="0"/>
                        </a:rPr>
                        <a:t>not in</a:t>
                      </a:r>
                    </a:p>
                  </a:txBody>
                  <a:tcPr marL="152400" marR="76200" marT="76200" marB="76200" anchor="ctr"/>
                </a:tc>
                <a:tc>
                  <a:txBody>
                    <a:bodyPr/>
                    <a:lstStyle/>
                    <a:p>
                      <a:pPr algn="ctr" fontAlgn="t"/>
                      <a:r>
                        <a:rPr lang="en-US" sz="3200">
                          <a:effectLst/>
                          <a:latin typeface="Consolas" panose="020B0609020204030204" pitchFamily="49" charset="0"/>
                        </a:rPr>
                        <a:t>Returns True if a sequence with the specified value is not present in the object</a:t>
                      </a:r>
                    </a:p>
                  </a:txBody>
                  <a:tcPr marL="76200" marR="76200" marT="76200" marB="76200" anchor="ctr"/>
                </a:tc>
                <a:tc>
                  <a:txBody>
                    <a:bodyPr/>
                    <a:lstStyle/>
                    <a:p>
                      <a:pPr algn="ctr" fontAlgn="t"/>
                      <a:r>
                        <a:rPr lang="en-US" sz="3200" dirty="0">
                          <a:effectLst/>
                          <a:latin typeface="Consolas" panose="020B0609020204030204" pitchFamily="49" charset="0"/>
                        </a:rPr>
                        <a:t>x not in y</a:t>
                      </a:r>
                    </a:p>
                  </a:txBody>
                  <a:tcPr marL="76200" marR="76200" marT="76200" marB="76200" anchor="ct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344306395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84500F-117B-482B-F01D-3E534FAFBAB8}"/>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4CBF36C9-617B-C87F-824F-34410A2305B2}"/>
              </a:ext>
            </a:extLst>
          </p:cNvPr>
          <p:cNvGrpSpPr/>
          <p:nvPr/>
        </p:nvGrpSpPr>
        <p:grpSpPr>
          <a:xfrm>
            <a:off x="15240000" y="7086600"/>
            <a:ext cx="3200400" cy="3200400"/>
            <a:chOff x="0" y="0"/>
            <a:chExt cx="10022021" cy="9446043"/>
          </a:xfrm>
        </p:grpSpPr>
        <p:sp>
          <p:nvSpPr>
            <p:cNvPr id="3" name="Freeform 3">
              <a:extLst>
                <a:ext uri="{FF2B5EF4-FFF2-40B4-BE49-F238E27FC236}">
                  <a16:creationId xmlns:a16="http://schemas.microsoft.com/office/drawing/2014/main" id="{13BC01D9-6075-E1D7-E7A4-11EA9E52B5F2}"/>
                </a:ext>
              </a:extLst>
            </p:cNvPr>
            <p:cNvSpPr/>
            <p:nvPr/>
          </p:nvSpPr>
          <p:spPr>
            <a:xfrm>
              <a:off x="0" y="0"/>
              <a:ext cx="10022021" cy="9446043"/>
            </a:xfrm>
            <a:custGeom>
              <a:avLst/>
              <a:gdLst/>
              <a:ahLst/>
              <a:cxnLst/>
              <a:rect l="l" t="t" r="r" b="b"/>
              <a:pathLst>
                <a:path w="10022021" h="9446043">
                  <a:moveTo>
                    <a:pt x="0" y="0"/>
                  </a:moveTo>
                  <a:lnTo>
                    <a:pt x="10022021" y="0"/>
                  </a:lnTo>
                  <a:lnTo>
                    <a:pt x="10022021" y="9446043"/>
                  </a:lnTo>
                  <a:lnTo>
                    <a:pt x="0" y="9446043"/>
                  </a:lnTo>
                  <a:lnTo>
                    <a:pt x="0" y="0"/>
                  </a:lnTo>
                  <a:close/>
                </a:path>
              </a:pathLst>
            </a:custGeom>
            <a:blipFill>
              <a:blip r:embed="rId3">
                <a:alphaModFix amt="5000"/>
              </a:blip>
              <a:stretch>
                <a:fillRect/>
              </a:stretch>
            </a:blipFill>
          </p:spPr>
          <p:txBody>
            <a:bodyPr/>
            <a:lstStyle/>
            <a:p>
              <a:endParaRPr lang="en-PH"/>
            </a:p>
          </p:txBody>
        </p:sp>
        <p:sp>
          <p:nvSpPr>
            <p:cNvPr id="4" name="Freeform 4">
              <a:extLst>
                <a:ext uri="{FF2B5EF4-FFF2-40B4-BE49-F238E27FC236}">
                  <a16:creationId xmlns:a16="http://schemas.microsoft.com/office/drawing/2014/main" id="{3914D679-D0BF-720A-A9AF-2F668E85939E}"/>
                </a:ext>
              </a:extLst>
            </p:cNvPr>
            <p:cNvSpPr/>
            <p:nvPr/>
          </p:nvSpPr>
          <p:spPr>
            <a:xfrm>
              <a:off x="0" y="0"/>
              <a:ext cx="10022021" cy="9446043"/>
            </a:xfrm>
            <a:custGeom>
              <a:avLst/>
              <a:gdLst/>
              <a:ahLst/>
              <a:cxnLst/>
              <a:rect l="l" t="t" r="r" b="b"/>
              <a:pathLst>
                <a:path w="10022021" h="9446043">
                  <a:moveTo>
                    <a:pt x="0" y="0"/>
                  </a:moveTo>
                  <a:lnTo>
                    <a:pt x="10022021" y="0"/>
                  </a:lnTo>
                  <a:lnTo>
                    <a:pt x="10022021" y="9446043"/>
                  </a:lnTo>
                  <a:lnTo>
                    <a:pt x="0" y="9446043"/>
                  </a:lnTo>
                  <a:lnTo>
                    <a:pt x="0" y="0"/>
                  </a:lnTo>
                  <a:close/>
                </a:path>
              </a:pathLst>
            </a:custGeom>
            <a:blipFill>
              <a:blip r:embed="rId3">
                <a:alphaModFix amt="5000"/>
              </a:blip>
              <a:stretch>
                <a:fillRect/>
              </a:stretch>
            </a:blipFill>
          </p:spPr>
          <p:txBody>
            <a:bodyPr/>
            <a:lstStyle/>
            <a:p>
              <a:endParaRPr lang="en-PH"/>
            </a:p>
          </p:txBody>
        </p:sp>
        <p:sp>
          <p:nvSpPr>
            <p:cNvPr id="5" name="Freeform 5">
              <a:extLst>
                <a:ext uri="{FF2B5EF4-FFF2-40B4-BE49-F238E27FC236}">
                  <a16:creationId xmlns:a16="http://schemas.microsoft.com/office/drawing/2014/main" id="{A8B11759-C790-D6AD-143B-0D0114EB64C8}"/>
                </a:ext>
              </a:extLst>
            </p:cNvPr>
            <p:cNvSpPr/>
            <p:nvPr/>
          </p:nvSpPr>
          <p:spPr>
            <a:xfrm>
              <a:off x="0" y="0"/>
              <a:ext cx="10022021" cy="9446043"/>
            </a:xfrm>
            <a:custGeom>
              <a:avLst/>
              <a:gdLst/>
              <a:ahLst/>
              <a:cxnLst/>
              <a:rect l="l" t="t" r="r" b="b"/>
              <a:pathLst>
                <a:path w="10022021" h="9446043">
                  <a:moveTo>
                    <a:pt x="0" y="0"/>
                  </a:moveTo>
                  <a:lnTo>
                    <a:pt x="10022021" y="0"/>
                  </a:lnTo>
                  <a:lnTo>
                    <a:pt x="10022021" y="9446043"/>
                  </a:lnTo>
                  <a:lnTo>
                    <a:pt x="0" y="9446043"/>
                  </a:lnTo>
                  <a:lnTo>
                    <a:pt x="0" y="0"/>
                  </a:lnTo>
                  <a:close/>
                </a:path>
              </a:pathLst>
            </a:custGeom>
            <a:blipFill>
              <a:blip r:embed="rId3">
                <a:alphaModFix amt="5000"/>
              </a:blip>
              <a:stretch>
                <a:fillRect/>
              </a:stretch>
            </a:blipFill>
          </p:spPr>
          <p:txBody>
            <a:bodyPr/>
            <a:lstStyle/>
            <a:p>
              <a:endParaRPr lang="en-PH"/>
            </a:p>
          </p:txBody>
        </p:sp>
      </p:grpSp>
      <p:sp>
        <p:nvSpPr>
          <p:cNvPr id="20" name="Freeform 20">
            <a:extLst>
              <a:ext uri="{FF2B5EF4-FFF2-40B4-BE49-F238E27FC236}">
                <a16:creationId xmlns:a16="http://schemas.microsoft.com/office/drawing/2014/main" id="{0C07CA7E-3D0B-878D-CA16-57CCAB8C0165}"/>
              </a:ext>
            </a:extLst>
          </p:cNvPr>
          <p:cNvSpPr/>
          <p:nvPr/>
        </p:nvSpPr>
        <p:spPr>
          <a:xfrm>
            <a:off x="16022831" y="9062992"/>
            <a:ext cx="2228298" cy="1222779"/>
          </a:xfrm>
          <a:custGeom>
            <a:avLst/>
            <a:gdLst/>
            <a:ahLst/>
            <a:cxnLst/>
            <a:rect l="l" t="t" r="r" b="b"/>
            <a:pathLst>
              <a:path w="2228298" h="1222779">
                <a:moveTo>
                  <a:pt x="0" y="0"/>
                </a:moveTo>
                <a:lnTo>
                  <a:pt x="2228298" y="0"/>
                </a:lnTo>
                <a:lnTo>
                  <a:pt x="2228298" y="1222779"/>
                </a:lnTo>
                <a:lnTo>
                  <a:pt x="0" y="122277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PH"/>
          </a:p>
        </p:txBody>
      </p:sp>
      <p:pic>
        <p:nvPicPr>
          <p:cNvPr id="19" name="Picture 18" descr="A blue and orange square&#10;&#10;Description automatically generated">
            <a:extLst>
              <a:ext uri="{FF2B5EF4-FFF2-40B4-BE49-F238E27FC236}">
                <a16:creationId xmlns:a16="http://schemas.microsoft.com/office/drawing/2014/main" id="{8DDBFD0E-16A0-DDE9-C7EB-3B94D1AC9D4F}"/>
              </a:ext>
            </a:extLst>
          </p:cNvPr>
          <p:cNvPicPr>
            <a:picLocks noChangeAspect="1"/>
          </p:cNvPicPr>
          <p:nvPr/>
        </p:nvPicPr>
        <p:blipFill rotWithShape="1">
          <a:blip r:embed="rId6" cstate="print">
            <a:alphaModFix amt="50000"/>
            <a:extLst>
              <a:ext uri="{28A0092B-C50C-407E-A947-70E740481C1C}">
                <a14:useLocalDpi xmlns:a14="http://schemas.microsoft.com/office/drawing/2010/main" val="0"/>
              </a:ext>
            </a:extLst>
          </a:blip>
          <a:srcRect l="10012"/>
          <a:stretch/>
        </p:blipFill>
        <p:spPr>
          <a:xfrm>
            <a:off x="-11723" y="0"/>
            <a:ext cx="18251129" cy="2095500"/>
          </a:xfrm>
          <a:prstGeom prst="rect">
            <a:avLst/>
          </a:prstGeom>
        </p:spPr>
      </p:pic>
      <p:sp>
        <p:nvSpPr>
          <p:cNvPr id="21" name="TextBox 28">
            <a:extLst>
              <a:ext uri="{FF2B5EF4-FFF2-40B4-BE49-F238E27FC236}">
                <a16:creationId xmlns:a16="http://schemas.microsoft.com/office/drawing/2014/main" id="{44943944-C872-B1EA-252B-691326852539}"/>
              </a:ext>
            </a:extLst>
          </p:cNvPr>
          <p:cNvSpPr txBox="1"/>
          <p:nvPr/>
        </p:nvSpPr>
        <p:spPr>
          <a:xfrm>
            <a:off x="749993" y="-15883"/>
            <a:ext cx="16381125" cy="1399037"/>
          </a:xfrm>
          <a:prstGeom prst="rect">
            <a:avLst/>
          </a:prstGeom>
        </p:spPr>
        <p:txBody>
          <a:bodyPr wrap="square" lIns="0" tIns="0" rIns="0" bIns="0" rtlCol="0" anchor="t">
            <a:spAutoFit/>
          </a:bodyPr>
          <a:lstStyle/>
          <a:p>
            <a:pPr>
              <a:lnSpc>
                <a:spcPts val="12857"/>
              </a:lnSpc>
            </a:pPr>
            <a:r>
              <a:rPr lang="en-US" sz="4800" i="1" spc="-360" dirty="0">
                <a:ln>
                  <a:solidFill>
                    <a:schemeClr val="tx1"/>
                  </a:solidFill>
                </a:ln>
                <a:solidFill>
                  <a:schemeClr val="bg1"/>
                </a:solidFill>
                <a:latin typeface="Consolas" panose="020B0609020204030204" pitchFamily="49" charset="0"/>
                <a:ea typeface="Cambria" panose="02040503050406030204" pitchFamily="18" charset="0"/>
              </a:rPr>
              <a:t>Learning Activity </a:t>
            </a:r>
          </a:p>
        </p:txBody>
      </p:sp>
      <p:sp>
        <p:nvSpPr>
          <p:cNvPr id="10" name="AutoShape 8" descr="Grammarly Logo PNG Vector - BrandLogo">
            <a:extLst>
              <a:ext uri="{FF2B5EF4-FFF2-40B4-BE49-F238E27FC236}">
                <a16:creationId xmlns:a16="http://schemas.microsoft.com/office/drawing/2014/main" id="{BAF2E908-454B-C291-C64C-03FB8DFC22BB}"/>
              </a:ext>
            </a:extLst>
          </p:cNvPr>
          <p:cNvSpPr>
            <a:spLocks noChangeAspect="1" noChangeArrowheads="1"/>
          </p:cNvSpPr>
          <p:nvPr/>
        </p:nvSpPr>
        <p:spPr bwMode="auto">
          <a:xfrm>
            <a:off x="8991600" y="49911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PH"/>
          </a:p>
        </p:txBody>
      </p:sp>
      <p:sp>
        <p:nvSpPr>
          <p:cNvPr id="11" name="AutoShape 10" descr="Grammarly Logo PNG Vector - BrandLogo">
            <a:extLst>
              <a:ext uri="{FF2B5EF4-FFF2-40B4-BE49-F238E27FC236}">
                <a16:creationId xmlns:a16="http://schemas.microsoft.com/office/drawing/2014/main" id="{02960042-52AE-844F-A920-85E43281092D}"/>
              </a:ext>
            </a:extLst>
          </p:cNvPr>
          <p:cNvSpPr>
            <a:spLocks noChangeAspect="1" noChangeArrowheads="1"/>
          </p:cNvSpPr>
          <p:nvPr/>
        </p:nvSpPr>
        <p:spPr bwMode="auto">
          <a:xfrm>
            <a:off x="9144000" y="51435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PH"/>
          </a:p>
        </p:txBody>
      </p:sp>
      <p:sp>
        <p:nvSpPr>
          <p:cNvPr id="8" name="TextBox 7">
            <a:extLst>
              <a:ext uri="{FF2B5EF4-FFF2-40B4-BE49-F238E27FC236}">
                <a16:creationId xmlns:a16="http://schemas.microsoft.com/office/drawing/2014/main" id="{7C243F92-3270-DFCC-54A2-598D2A8BD7D9}"/>
              </a:ext>
            </a:extLst>
          </p:cNvPr>
          <p:cNvSpPr txBox="1"/>
          <p:nvPr/>
        </p:nvSpPr>
        <p:spPr>
          <a:xfrm>
            <a:off x="463773" y="2159217"/>
            <a:ext cx="16953563" cy="4154984"/>
          </a:xfrm>
          <a:prstGeom prst="rect">
            <a:avLst/>
          </a:prstGeom>
          <a:noFill/>
        </p:spPr>
        <p:txBody>
          <a:bodyPr wrap="square">
            <a:spAutoFit/>
          </a:bodyPr>
          <a:lstStyle/>
          <a:p>
            <a:pPr marL="571500" indent="-571500" algn="just">
              <a:buFont typeface="Wingdings" panose="05000000000000000000" pitchFamily="2" charset="2"/>
              <a:buChar char="ü"/>
            </a:pPr>
            <a:r>
              <a:rPr lang="en-US" sz="4400" dirty="0">
                <a:latin typeface="Consolas" panose="020B0609020204030204" pitchFamily="49" charset="0"/>
              </a:rPr>
              <a:t>Write a program that calculates the area of a rectangle.</a:t>
            </a:r>
          </a:p>
          <a:p>
            <a:pPr marL="571500" indent="-571500" algn="just">
              <a:buFont typeface="Wingdings" panose="05000000000000000000" pitchFamily="2" charset="2"/>
              <a:buChar char="ü"/>
            </a:pPr>
            <a:r>
              <a:rPr lang="en-US" sz="4400" dirty="0">
                <a:latin typeface="Consolas" panose="020B0609020204030204" pitchFamily="49" charset="0"/>
              </a:rPr>
              <a:t>Write a program that calculates the area of a circle.</a:t>
            </a:r>
          </a:p>
          <a:p>
            <a:pPr marL="571500" indent="-571500" algn="just">
              <a:buFont typeface="Wingdings" panose="05000000000000000000" pitchFamily="2" charset="2"/>
              <a:buChar char="ü"/>
            </a:pPr>
            <a:r>
              <a:rPr lang="en-US" sz="4400" dirty="0">
                <a:latin typeface="Consolas" panose="020B0609020204030204" pitchFamily="49" charset="0"/>
              </a:rPr>
              <a:t>Write a program that calculate average of five numbers.</a:t>
            </a:r>
          </a:p>
        </p:txBody>
      </p:sp>
    </p:spTree>
    <p:extLst>
      <p:ext uri="{BB962C8B-B14F-4D97-AF65-F5344CB8AC3E}">
        <p14:creationId xmlns:p14="http://schemas.microsoft.com/office/powerpoint/2010/main" val="174443320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D6BB6F-34E8-F85C-799B-F892633BF7A2}"/>
            </a:ext>
          </a:extLst>
        </p:cNvPr>
        <p:cNvGrpSpPr/>
        <p:nvPr/>
      </p:nvGrpSpPr>
      <p:grpSpPr>
        <a:xfrm>
          <a:off x="0" y="0"/>
          <a:ext cx="0" cy="0"/>
          <a:chOff x="0" y="0"/>
          <a:chExt cx="0" cy="0"/>
        </a:xfrm>
      </p:grpSpPr>
      <p:pic>
        <p:nvPicPr>
          <p:cNvPr id="43" name="Picture 42" descr="A blue and orange square&#10;&#10;Description automatically generated">
            <a:extLst>
              <a:ext uri="{FF2B5EF4-FFF2-40B4-BE49-F238E27FC236}">
                <a16:creationId xmlns:a16="http://schemas.microsoft.com/office/drawing/2014/main" id="{098F1EBB-B3FC-04C6-9DFF-9E4D5FDD2DFC}"/>
              </a:ext>
            </a:extLst>
          </p:cNvPr>
          <p:cNvPicPr>
            <a:picLocks noChangeAspect="1"/>
          </p:cNvPicPr>
          <p:nvPr/>
        </p:nvPicPr>
        <p:blipFill rotWithShape="1">
          <a:blip r:embed="rId3">
            <a:alphaModFix amt="50000"/>
            <a:extLst>
              <a:ext uri="{28A0092B-C50C-407E-A947-70E740481C1C}">
                <a14:useLocalDpi xmlns:a14="http://schemas.microsoft.com/office/drawing/2010/main" val="0"/>
              </a:ext>
            </a:extLst>
          </a:blip>
          <a:srcRect l="10264" r="12208"/>
          <a:stretch/>
        </p:blipFill>
        <p:spPr>
          <a:xfrm>
            <a:off x="1" y="2939231"/>
            <a:ext cx="18287999" cy="4408536"/>
          </a:xfrm>
          <a:prstGeom prst="rect">
            <a:avLst/>
          </a:prstGeom>
        </p:spPr>
      </p:pic>
      <p:sp>
        <p:nvSpPr>
          <p:cNvPr id="20" name="Freeform 20">
            <a:extLst>
              <a:ext uri="{FF2B5EF4-FFF2-40B4-BE49-F238E27FC236}">
                <a16:creationId xmlns:a16="http://schemas.microsoft.com/office/drawing/2014/main" id="{7962EA39-C3EE-BC4E-5270-EE269194BC83}"/>
              </a:ext>
            </a:extLst>
          </p:cNvPr>
          <p:cNvSpPr/>
          <p:nvPr/>
        </p:nvSpPr>
        <p:spPr>
          <a:xfrm>
            <a:off x="16022831" y="9062992"/>
            <a:ext cx="2228298" cy="1222779"/>
          </a:xfrm>
          <a:custGeom>
            <a:avLst/>
            <a:gdLst/>
            <a:ahLst/>
            <a:cxnLst/>
            <a:rect l="l" t="t" r="r" b="b"/>
            <a:pathLst>
              <a:path w="2228298" h="1222779">
                <a:moveTo>
                  <a:pt x="0" y="0"/>
                </a:moveTo>
                <a:lnTo>
                  <a:pt x="2228298" y="0"/>
                </a:lnTo>
                <a:lnTo>
                  <a:pt x="2228298" y="1222779"/>
                </a:lnTo>
                <a:lnTo>
                  <a:pt x="0" y="122277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PH"/>
          </a:p>
        </p:txBody>
      </p:sp>
      <p:sp>
        <p:nvSpPr>
          <p:cNvPr id="28" name="TextBox 28">
            <a:extLst>
              <a:ext uri="{FF2B5EF4-FFF2-40B4-BE49-F238E27FC236}">
                <a16:creationId xmlns:a16="http://schemas.microsoft.com/office/drawing/2014/main" id="{1BA139DC-9B78-028D-9F9B-CA5D072BD5DB}"/>
              </a:ext>
            </a:extLst>
          </p:cNvPr>
          <p:cNvSpPr txBox="1"/>
          <p:nvPr/>
        </p:nvSpPr>
        <p:spPr>
          <a:xfrm>
            <a:off x="1144875" y="4404386"/>
            <a:ext cx="15998250" cy="1478225"/>
          </a:xfrm>
          <a:prstGeom prst="rect">
            <a:avLst/>
          </a:prstGeom>
        </p:spPr>
        <p:txBody>
          <a:bodyPr wrap="square" lIns="0" tIns="0" rIns="0" bIns="0" rtlCol="0" anchor="t">
            <a:spAutoFit/>
          </a:bodyPr>
          <a:lstStyle/>
          <a:p>
            <a:pPr algn="l">
              <a:lnSpc>
                <a:spcPts val="12857"/>
              </a:lnSpc>
            </a:pPr>
            <a:r>
              <a:rPr lang="en-US" sz="7200" spc="-360" dirty="0">
                <a:ln>
                  <a:solidFill>
                    <a:sysClr val="windowText" lastClr="000000"/>
                  </a:solidFill>
                </a:ln>
                <a:solidFill>
                  <a:schemeClr val="bg1"/>
                </a:solidFill>
                <a:latin typeface="Consolas" panose="020B0609020204030204" pitchFamily="49" charset="0"/>
              </a:rPr>
              <a:t>Lesson 2.5: Comments</a:t>
            </a:r>
          </a:p>
        </p:txBody>
      </p:sp>
      <p:grpSp>
        <p:nvGrpSpPr>
          <p:cNvPr id="34" name="Group 13">
            <a:extLst>
              <a:ext uri="{FF2B5EF4-FFF2-40B4-BE49-F238E27FC236}">
                <a16:creationId xmlns:a16="http://schemas.microsoft.com/office/drawing/2014/main" id="{EA09BB04-74ED-70E8-013B-C397F58024B2}"/>
              </a:ext>
            </a:extLst>
          </p:cNvPr>
          <p:cNvGrpSpPr/>
          <p:nvPr/>
        </p:nvGrpSpPr>
        <p:grpSpPr>
          <a:xfrm>
            <a:off x="152400" y="211586"/>
            <a:ext cx="6840467" cy="1321138"/>
            <a:chOff x="0" y="0"/>
            <a:chExt cx="15396444" cy="3066458"/>
          </a:xfrm>
        </p:grpSpPr>
        <p:sp>
          <p:nvSpPr>
            <p:cNvPr id="35" name="Freeform 14">
              <a:extLst>
                <a:ext uri="{FF2B5EF4-FFF2-40B4-BE49-F238E27FC236}">
                  <a16:creationId xmlns:a16="http://schemas.microsoft.com/office/drawing/2014/main" id="{1A6D6DB8-E454-0884-4B3B-C3CB30864393}"/>
                </a:ext>
              </a:extLst>
            </p:cNvPr>
            <p:cNvSpPr/>
            <p:nvPr/>
          </p:nvSpPr>
          <p:spPr>
            <a:xfrm>
              <a:off x="0" y="0"/>
              <a:ext cx="15396444" cy="3066458"/>
            </a:xfrm>
            <a:custGeom>
              <a:avLst/>
              <a:gdLst/>
              <a:ahLst/>
              <a:cxnLst/>
              <a:rect l="l" t="t" r="r" b="b"/>
              <a:pathLst>
                <a:path w="15396444" h="3066458">
                  <a:moveTo>
                    <a:pt x="0" y="0"/>
                  </a:moveTo>
                  <a:lnTo>
                    <a:pt x="15396444" y="0"/>
                  </a:lnTo>
                  <a:lnTo>
                    <a:pt x="15396444" y="3066458"/>
                  </a:lnTo>
                  <a:lnTo>
                    <a:pt x="0" y="3066458"/>
                  </a:lnTo>
                  <a:lnTo>
                    <a:pt x="0" y="0"/>
                  </a:lnTo>
                  <a:close/>
                </a:path>
              </a:pathLst>
            </a:custGeom>
            <a:blipFill>
              <a:blip r:embed="rId6"/>
              <a:stretch>
                <a:fillRect/>
              </a:stretch>
            </a:blipFill>
          </p:spPr>
          <p:txBody>
            <a:bodyPr/>
            <a:lstStyle/>
            <a:p>
              <a:endParaRPr lang="en-PH"/>
            </a:p>
          </p:txBody>
        </p:sp>
        <p:sp>
          <p:nvSpPr>
            <p:cNvPr id="36" name="Freeform 15">
              <a:extLst>
                <a:ext uri="{FF2B5EF4-FFF2-40B4-BE49-F238E27FC236}">
                  <a16:creationId xmlns:a16="http://schemas.microsoft.com/office/drawing/2014/main" id="{6B85B022-4F17-14D0-06A0-CFCE4140E08A}"/>
                </a:ext>
              </a:extLst>
            </p:cNvPr>
            <p:cNvSpPr/>
            <p:nvPr/>
          </p:nvSpPr>
          <p:spPr>
            <a:xfrm>
              <a:off x="0" y="0"/>
              <a:ext cx="15396444" cy="3066458"/>
            </a:xfrm>
            <a:custGeom>
              <a:avLst/>
              <a:gdLst/>
              <a:ahLst/>
              <a:cxnLst/>
              <a:rect l="l" t="t" r="r" b="b"/>
              <a:pathLst>
                <a:path w="15396444" h="3066458">
                  <a:moveTo>
                    <a:pt x="0" y="0"/>
                  </a:moveTo>
                  <a:lnTo>
                    <a:pt x="15396444" y="0"/>
                  </a:lnTo>
                  <a:lnTo>
                    <a:pt x="15396444" y="3066458"/>
                  </a:lnTo>
                  <a:lnTo>
                    <a:pt x="0" y="3066458"/>
                  </a:lnTo>
                  <a:lnTo>
                    <a:pt x="0" y="0"/>
                  </a:lnTo>
                  <a:close/>
                </a:path>
              </a:pathLst>
            </a:custGeom>
            <a:blipFill>
              <a:blip r:embed="rId6"/>
              <a:stretch>
                <a:fillRect/>
              </a:stretch>
            </a:blipFill>
          </p:spPr>
          <p:txBody>
            <a:bodyPr/>
            <a:lstStyle/>
            <a:p>
              <a:endParaRPr lang="en-PH"/>
            </a:p>
          </p:txBody>
        </p:sp>
        <p:sp>
          <p:nvSpPr>
            <p:cNvPr id="37" name="Freeform 16">
              <a:extLst>
                <a:ext uri="{FF2B5EF4-FFF2-40B4-BE49-F238E27FC236}">
                  <a16:creationId xmlns:a16="http://schemas.microsoft.com/office/drawing/2014/main" id="{A58B335C-BF4E-3761-0192-41ABA7A71FF4}"/>
                </a:ext>
              </a:extLst>
            </p:cNvPr>
            <p:cNvSpPr/>
            <p:nvPr/>
          </p:nvSpPr>
          <p:spPr>
            <a:xfrm>
              <a:off x="0" y="0"/>
              <a:ext cx="15396444" cy="3066458"/>
            </a:xfrm>
            <a:custGeom>
              <a:avLst/>
              <a:gdLst/>
              <a:ahLst/>
              <a:cxnLst/>
              <a:rect l="l" t="t" r="r" b="b"/>
              <a:pathLst>
                <a:path w="15396444" h="3066458">
                  <a:moveTo>
                    <a:pt x="0" y="0"/>
                  </a:moveTo>
                  <a:lnTo>
                    <a:pt x="15396444" y="0"/>
                  </a:lnTo>
                  <a:lnTo>
                    <a:pt x="15396444" y="3066458"/>
                  </a:lnTo>
                  <a:lnTo>
                    <a:pt x="0" y="3066458"/>
                  </a:lnTo>
                  <a:lnTo>
                    <a:pt x="0" y="0"/>
                  </a:lnTo>
                  <a:close/>
                </a:path>
              </a:pathLst>
            </a:custGeom>
            <a:blipFill>
              <a:blip r:embed="rId6"/>
              <a:stretch>
                <a:fillRect/>
              </a:stretch>
            </a:blipFill>
          </p:spPr>
          <p:txBody>
            <a:bodyPr/>
            <a:lstStyle/>
            <a:p>
              <a:endParaRPr lang="en-PH"/>
            </a:p>
          </p:txBody>
        </p:sp>
        <p:sp>
          <p:nvSpPr>
            <p:cNvPr id="38" name="Freeform 17">
              <a:extLst>
                <a:ext uri="{FF2B5EF4-FFF2-40B4-BE49-F238E27FC236}">
                  <a16:creationId xmlns:a16="http://schemas.microsoft.com/office/drawing/2014/main" id="{B9A4031E-D625-182A-ECA5-E7F4557089F0}"/>
                </a:ext>
              </a:extLst>
            </p:cNvPr>
            <p:cNvSpPr/>
            <p:nvPr/>
          </p:nvSpPr>
          <p:spPr>
            <a:xfrm>
              <a:off x="0" y="0"/>
              <a:ext cx="15396444" cy="3066458"/>
            </a:xfrm>
            <a:custGeom>
              <a:avLst/>
              <a:gdLst/>
              <a:ahLst/>
              <a:cxnLst/>
              <a:rect l="l" t="t" r="r" b="b"/>
              <a:pathLst>
                <a:path w="15396444" h="3066458">
                  <a:moveTo>
                    <a:pt x="0" y="0"/>
                  </a:moveTo>
                  <a:lnTo>
                    <a:pt x="15396444" y="0"/>
                  </a:lnTo>
                  <a:lnTo>
                    <a:pt x="15396444" y="3066458"/>
                  </a:lnTo>
                  <a:lnTo>
                    <a:pt x="0" y="3066458"/>
                  </a:lnTo>
                  <a:lnTo>
                    <a:pt x="0" y="0"/>
                  </a:lnTo>
                  <a:close/>
                </a:path>
              </a:pathLst>
            </a:custGeom>
            <a:blipFill>
              <a:blip r:embed="rId6"/>
              <a:stretch>
                <a:fillRect/>
              </a:stretch>
            </a:blipFill>
          </p:spPr>
          <p:txBody>
            <a:bodyPr/>
            <a:lstStyle/>
            <a:p>
              <a:endParaRPr lang="en-PH"/>
            </a:p>
          </p:txBody>
        </p:sp>
        <p:sp>
          <p:nvSpPr>
            <p:cNvPr id="39" name="Freeform 18">
              <a:extLst>
                <a:ext uri="{FF2B5EF4-FFF2-40B4-BE49-F238E27FC236}">
                  <a16:creationId xmlns:a16="http://schemas.microsoft.com/office/drawing/2014/main" id="{45BA775F-572E-4907-B2F4-9C2D6A69D8FE}"/>
                </a:ext>
              </a:extLst>
            </p:cNvPr>
            <p:cNvSpPr/>
            <p:nvPr/>
          </p:nvSpPr>
          <p:spPr>
            <a:xfrm>
              <a:off x="0" y="0"/>
              <a:ext cx="15396444" cy="3066458"/>
            </a:xfrm>
            <a:custGeom>
              <a:avLst/>
              <a:gdLst/>
              <a:ahLst/>
              <a:cxnLst/>
              <a:rect l="l" t="t" r="r" b="b"/>
              <a:pathLst>
                <a:path w="15396444" h="3066458">
                  <a:moveTo>
                    <a:pt x="0" y="0"/>
                  </a:moveTo>
                  <a:lnTo>
                    <a:pt x="15396444" y="0"/>
                  </a:lnTo>
                  <a:lnTo>
                    <a:pt x="15396444" y="3066458"/>
                  </a:lnTo>
                  <a:lnTo>
                    <a:pt x="0" y="3066458"/>
                  </a:lnTo>
                  <a:lnTo>
                    <a:pt x="0" y="0"/>
                  </a:lnTo>
                  <a:close/>
                </a:path>
              </a:pathLst>
            </a:custGeom>
            <a:blipFill>
              <a:blip r:embed="rId6"/>
              <a:stretch>
                <a:fillRect/>
              </a:stretch>
            </a:blipFill>
          </p:spPr>
          <p:txBody>
            <a:bodyPr/>
            <a:lstStyle/>
            <a:p>
              <a:endParaRPr lang="en-PH"/>
            </a:p>
          </p:txBody>
        </p:sp>
        <p:sp>
          <p:nvSpPr>
            <p:cNvPr id="40" name="Freeform 19">
              <a:extLst>
                <a:ext uri="{FF2B5EF4-FFF2-40B4-BE49-F238E27FC236}">
                  <a16:creationId xmlns:a16="http://schemas.microsoft.com/office/drawing/2014/main" id="{6400E1AE-8A39-02ED-3B89-425981A2FAAF}"/>
                </a:ext>
              </a:extLst>
            </p:cNvPr>
            <p:cNvSpPr/>
            <p:nvPr/>
          </p:nvSpPr>
          <p:spPr>
            <a:xfrm>
              <a:off x="0" y="0"/>
              <a:ext cx="15396444" cy="3066458"/>
            </a:xfrm>
            <a:custGeom>
              <a:avLst/>
              <a:gdLst/>
              <a:ahLst/>
              <a:cxnLst/>
              <a:rect l="l" t="t" r="r" b="b"/>
              <a:pathLst>
                <a:path w="15396444" h="3066458">
                  <a:moveTo>
                    <a:pt x="0" y="0"/>
                  </a:moveTo>
                  <a:lnTo>
                    <a:pt x="15396444" y="0"/>
                  </a:lnTo>
                  <a:lnTo>
                    <a:pt x="15396444" y="3066458"/>
                  </a:lnTo>
                  <a:lnTo>
                    <a:pt x="0" y="3066458"/>
                  </a:lnTo>
                  <a:lnTo>
                    <a:pt x="0" y="0"/>
                  </a:lnTo>
                  <a:close/>
                </a:path>
              </a:pathLst>
            </a:custGeom>
            <a:blipFill>
              <a:blip r:embed="rId6"/>
              <a:stretch>
                <a:fillRect/>
              </a:stretch>
            </a:blipFill>
          </p:spPr>
          <p:txBody>
            <a:bodyPr/>
            <a:lstStyle/>
            <a:p>
              <a:endParaRPr lang="en-PH"/>
            </a:p>
          </p:txBody>
        </p:sp>
      </p:grpSp>
      <p:grpSp>
        <p:nvGrpSpPr>
          <p:cNvPr id="2" name="Group 2">
            <a:extLst>
              <a:ext uri="{FF2B5EF4-FFF2-40B4-BE49-F238E27FC236}">
                <a16:creationId xmlns:a16="http://schemas.microsoft.com/office/drawing/2014/main" id="{C0565C76-6870-C904-643D-437B3F2EF1FE}"/>
              </a:ext>
            </a:extLst>
          </p:cNvPr>
          <p:cNvGrpSpPr/>
          <p:nvPr/>
        </p:nvGrpSpPr>
        <p:grpSpPr>
          <a:xfrm>
            <a:off x="14554200" y="6438900"/>
            <a:ext cx="3886200" cy="3848100"/>
            <a:chOff x="0" y="0"/>
            <a:chExt cx="10022021" cy="9446043"/>
          </a:xfrm>
        </p:grpSpPr>
        <p:sp>
          <p:nvSpPr>
            <p:cNvPr id="3" name="Freeform 3">
              <a:extLst>
                <a:ext uri="{FF2B5EF4-FFF2-40B4-BE49-F238E27FC236}">
                  <a16:creationId xmlns:a16="http://schemas.microsoft.com/office/drawing/2014/main" id="{0EAD30EE-2CFB-8B57-697F-A5773AABF99E}"/>
                </a:ext>
              </a:extLst>
            </p:cNvPr>
            <p:cNvSpPr/>
            <p:nvPr/>
          </p:nvSpPr>
          <p:spPr>
            <a:xfrm>
              <a:off x="0" y="0"/>
              <a:ext cx="10022021" cy="9446043"/>
            </a:xfrm>
            <a:custGeom>
              <a:avLst/>
              <a:gdLst/>
              <a:ahLst/>
              <a:cxnLst/>
              <a:rect l="l" t="t" r="r" b="b"/>
              <a:pathLst>
                <a:path w="10022021" h="9446043">
                  <a:moveTo>
                    <a:pt x="0" y="0"/>
                  </a:moveTo>
                  <a:lnTo>
                    <a:pt x="10022021" y="0"/>
                  </a:lnTo>
                  <a:lnTo>
                    <a:pt x="10022021" y="9446043"/>
                  </a:lnTo>
                  <a:lnTo>
                    <a:pt x="0" y="9446043"/>
                  </a:lnTo>
                  <a:lnTo>
                    <a:pt x="0" y="0"/>
                  </a:lnTo>
                  <a:close/>
                </a:path>
              </a:pathLst>
            </a:custGeom>
            <a:blipFill>
              <a:blip r:embed="rId7">
                <a:alphaModFix amt="50000"/>
              </a:blip>
              <a:stretch>
                <a:fillRect/>
              </a:stretch>
            </a:blipFill>
          </p:spPr>
          <p:txBody>
            <a:bodyPr/>
            <a:lstStyle/>
            <a:p>
              <a:endParaRPr lang="en-PH"/>
            </a:p>
          </p:txBody>
        </p:sp>
        <p:sp>
          <p:nvSpPr>
            <p:cNvPr id="4" name="Freeform 4">
              <a:extLst>
                <a:ext uri="{FF2B5EF4-FFF2-40B4-BE49-F238E27FC236}">
                  <a16:creationId xmlns:a16="http://schemas.microsoft.com/office/drawing/2014/main" id="{1CB7F1CA-4C06-19D5-E4FC-CC3F20089094}"/>
                </a:ext>
              </a:extLst>
            </p:cNvPr>
            <p:cNvSpPr/>
            <p:nvPr/>
          </p:nvSpPr>
          <p:spPr>
            <a:xfrm>
              <a:off x="0" y="0"/>
              <a:ext cx="10022021" cy="9446043"/>
            </a:xfrm>
            <a:custGeom>
              <a:avLst/>
              <a:gdLst/>
              <a:ahLst/>
              <a:cxnLst/>
              <a:rect l="l" t="t" r="r" b="b"/>
              <a:pathLst>
                <a:path w="10022021" h="9446043">
                  <a:moveTo>
                    <a:pt x="0" y="0"/>
                  </a:moveTo>
                  <a:lnTo>
                    <a:pt x="10022021" y="0"/>
                  </a:lnTo>
                  <a:lnTo>
                    <a:pt x="10022021" y="9446043"/>
                  </a:lnTo>
                  <a:lnTo>
                    <a:pt x="0" y="9446043"/>
                  </a:lnTo>
                  <a:lnTo>
                    <a:pt x="0" y="0"/>
                  </a:lnTo>
                  <a:close/>
                </a:path>
              </a:pathLst>
            </a:custGeom>
            <a:blipFill>
              <a:blip r:embed="rId7">
                <a:alphaModFix amt="50000"/>
              </a:blip>
              <a:stretch>
                <a:fillRect/>
              </a:stretch>
            </a:blipFill>
          </p:spPr>
          <p:txBody>
            <a:bodyPr/>
            <a:lstStyle/>
            <a:p>
              <a:endParaRPr lang="en-PH"/>
            </a:p>
          </p:txBody>
        </p:sp>
        <p:sp>
          <p:nvSpPr>
            <p:cNvPr id="5" name="Freeform 5">
              <a:extLst>
                <a:ext uri="{FF2B5EF4-FFF2-40B4-BE49-F238E27FC236}">
                  <a16:creationId xmlns:a16="http://schemas.microsoft.com/office/drawing/2014/main" id="{DC051E20-D4DB-1C56-7BCB-1AAB9DC7B33E}"/>
                </a:ext>
              </a:extLst>
            </p:cNvPr>
            <p:cNvSpPr/>
            <p:nvPr/>
          </p:nvSpPr>
          <p:spPr>
            <a:xfrm>
              <a:off x="0" y="0"/>
              <a:ext cx="10022021" cy="9446043"/>
            </a:xfrm>
            <a:custGeom>
              <a:avLst/>
              <a:gdLst/>
              <a:ahLst/>
              <a:cxnLst/>
              <a:rect l="l" t="t" r="r" b="b"/>
              <a:pathLst>
                <a:path w="10022021" h="9446043">
                  <a:moveTo>
                    <a:pt x="0" y="0"/>
                  </a:moveTo>
                  <a:lnTo>
                    <a:pt x="10022021" y="0"/>
                  </a:lnTo>
                  <a:lnTo>
                    <a:pt x="10022021" y="9446043"/>
                  </a:lnTo>
                  <a:lnTo>
                    <a:pt x="0" y="9446043"/>
                  </a:lnTo>
                  <a:lnTo>
                    <a:pt x="0" y="0"/>
                  </a:lnTo>
                  <a:close/>
                </a:path>
              </a:pathLst>
            </a:custGeom>
            <a:blipFill>
              <a:blip r:embed="rId7">
                <a:alphaModFix amt="50000"/>
              </a:blip>
              <a:stretch>
                <a:fillRect/>
              </a:stretch>
            </a:blipFill>
          </p:spPr>
          <p:txBody>
            <a:bodyPr/>
            <a:lstStyle/>
            <a:p>
              <a:endParaRPr lang="en-PH"/>
            </a:p>
          </p:txBody>
        </p:sp>
      </p:grpSp>
    </p:spTree>
    <p:extLst>
      <p:ext uri="{BB962C8B-B14F-4D97-AF65-F5344CB8AC3E}">
        <p14:creationId xmlns:p14="http://schemas.microsoft.com/office/powerpoint/2010/main" val="201341145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D5725E-891A-93D7-A8A9-AFC8E0C29570}"/>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6E646CAB-C444-08E9-D0DE-9DC6E75BA61E}"/>
              </a:ext>
            </a:extLst>
          </p:cNvPr>
          <p:cNvGrpSpPr/>
          <p:nvPr/>
        </p:nvGrpSpPr>
        <p:grpSpPr>
          <a:xfrm>
            <a:off x="15240000" y="7086600"/>
            <a:ext cx="3200400" cy="3200400"/>
            <a:chOff x="0" y="0"/>
            <a:chExt cx="10022021" cy="9446043"/>
          </a:xfrm>
        </p:grpSpPr>
        <p:sp>
          <p:nvSpPr>
            <p:cNvPr id="3" name="Freeform 3">
              <a:extLst>
                <a:ext uri="{FF2B5EF4-FFF2-40B4-BE49-F238E27FC236}">
                  <a16:creationId xmlns:a16="http://schemas.microsoft.com/office/drawing/2014/main" id="{12A84397-5815-B85B-AB88-86EDFA1A92AF}"/>
                </a:ext>
              </a:extLst>
            </p:cNvPr>
            <p:cNvSpPr/>
            <p:nvPr/>
          </p:nvSpPr>
          <p:spPr>
            <a:xfrm>
              <a:off x="0" y="0"/>
              <a:ext cx="10022021" cy="9446043"/>
            </a:xfrm>
            <a:custGeom>
              <a:avLst/>
              <a:gdLst/>
              <a:ahLst/>
              <a:cxnLst/>
              <a:rect l="l" t="t" r="r" b="b"/>
              <a:pathLst>
                <a:path w="10022021" h="9446043">
                  <a:moveTo>
                    <a:pt x="0" y="0"/>
                  </a:moveTo>
                  <a:lnTo>
                    <a:pt x="10022021" y="0"/>
                  </a:lnTo>
                  <a:lnTo>
                    <a:pt x="10022021" y="9446043"/>
                  </a:lnTo>
                  <a:lnTo>
                    <a:pt x="0" y="9446043"/>
                  </a:lnTo>
                  <a:lnTo>
                    <a:pt x="0" y="0"/>
                  </a:lnTo>
                  <a:close/>
                </a:path>
              </a:pathLst>
            </a:custGeom>
            <a:blipFill>
              <a:blip r:embed="rId3">
                <a:alphaModFix amt="5000"/>
              </a:blip>
              <a:stretch>
                <a:fillRect/>
              </a:stretch>
            </a:blipFill>
          </p:spPr>
          <p:txBody>
            <a:bodyPr/>
            <a:lstStyle/>
            <a:p>
              <a:endParaRPr lang="en-PH"/>
            </a:p>
          </p:txBody>
        </p:sp>
        <p:sp>
          <p:nvSpPr>
            <p:cNvPr id="4" name="Freeform 4">
              <a:extLst>
                <a:ext uri="{FF2B5EF4-FFF2-40B4-BE49-F238E27FC236}">
                  <a16:creationId xmlns:a16="http://schemas.microsoft.com/office/drawing/2014/main" id="{FE2DB579-ED9A-610A-4EE6-7CCBAAC2FE9E}"/>
                </a:ext>
              </a:extLst>
            </p:cNvPr>
            <p:cNvSpPr/>
            <p:nvPr/>
          </p:nvSpPr>
          <p:spPr>
            <a:xfrm>
              <a:off x="0" y="0"/>
              <a:ext cx="10022021" cy="9446043"/>
            </a:xfrm>
            <a:custGeom>
              <a:avLst/>
              <a:gdLst/>
              <a:ahLst/>
              <a:cxnLst/>
              <a:rect l="l" t="t" r="r" b="b"/>
              <a:pathLst>
                <a:path w="10022021" h="9446043">
                  <a:moveTo>
                    <a:pt x="0" y="0"/>
                  </a:moveTo>
                  <a:lnTo>
                    <a:pt x="10022021" y="0"/>
                  </a:lnTo>
                  <a:lnTo>
                    <a:pt x="10022021" y="9446043"/>
                  </a:lnTo>
                  <a:lnTo>
                    <a:pt x="0" y="9446043"/>
                  </a:lnTo>
                  <a:lnTo>
                    <a:pt x="0" y="0"/>
                  </a:lnTo>
                  <a:close/>
                </a:path>
              </a:pathLst>
            </a:custGeom>
            <a:blipFill>
              <a:blip r:embed="rId3">
                <a:alphaModFix amt="5000"/>
              </a:blip>
              <a:stretch>
                <a:fillRect/>
              </a:stretch>
            </a:blipFill>
          </p:spPr>
          <p:txBody>
            <a:bodyPr/>
            <a:lstStyle/>
            <a:p>
              <a:endParaRPr lang="en-PH"/>
            </a:p>
          </p:txBody>
        </p:sp>
        <p:sp>
          <p:nvSpPr>
            <p:cNvPr id="5" name="Freeform 5">
              <a:extLst>
                <a:ext uri="{FF2B5EF4-FFF2-40B4-BE49-F238E27FC236}">
                  <a16:creationId xmlns:a16="http://schemas.microsoft.com/office/drawing/2014/main" id="{E074CB02-44AC-E695-7B37-A4C63DC7D416}"/>
                </a:ext>
              </a:extLst>
            </p:cNvPr>
            <p:cNvSpPr/>
            <p:nvPr/>
          </p:nvSpPr>
          <p:spPr>
            <a:xfrm>
              <a:off x="0" y="0"/>
              <a:ext cx="10022021" cy="9446043"/>
            </a:xfrm>
            <a:custGeom>
              <a:avLst/>
              <a:gdLst/>
              <a:ahLst/>
              <a:cxnLst/>
              <a:rect l="l" t="t" r="r" b="b"/>
              <a:pathLst>
                <a:path w="10022021" h="9446043">
                  <a:moveTo>
                    <a:pt x="0" y="0"/>
                  </a:moveTo>
                  <a:lnTo>
                    <a:pt x="10022021" y="0"/>
                  </a:lnTo>
                  <a:lnTo>
                    <a:pt x="10022021" y="9446043"/>
                  </a:lnTo>
                  <a:lnTo>
                    <a:pt x="0" y="9446043"/>
                  </a:lnTo>
                  <a:lnTo>
                    <a:pt x="0" y="0"/>
                  </a:lnTo>
                  <a:close/>
                </a:path>
              </a:pathLst>
            </a:custGeom>
            <a:blipFill>
              <a:blip r:embed="rId3">
                <a:alphaModFix amt="5000"/>
              </a:blip>
              <a:stretch>
                <a:fillRect/>
              </a:stretch>
            </a:blipFill>
          </p:spPr>
          <p:txBody>
            <a:bodyPr/>
            <a:lstStyle/>
            <a:p>
              <a:endParaRPr lang="en-PH"/>
            </a:p>
          </p:txBody>
        </p:sp>
      </p:grpSp>
      <p:sp>
        <p:nvSpPr>
          <p:cNvPr id="20" name="Freeform 20">
            <a:extLst>
              <a:ext uri="{FF2B5EF4-FFF2-40B4-BE49-F238E27FC236}">
                <a16:creationId xmlns:a16="http://schemas.microsoft.com/office/drawing/2014/main" id="{E09C560D-36E2-851E-AD46-3689DECFFB43}"/>
              </a:ext>
            </a:extLst>
          </p:cNvPr>
          <p:cNvSpPr/>
          <p:nvPr/>
        </p:nvSpPr>
        <p:spPr>
          <a:xfrm>
            <a:off x="16022831" y="9062992"/>
            <a:ext cx="2228298" cy="1222779"/>
          </a:xfrm>
          <a:custGeom>
            <a:avLst/>
            <a:gdLst/>
            <a:ahLst/>
            <a:cxnLst/>
            <a:rect l="l" t="t" r="r" b="b"/>
            <a:pathLst>
              <a:path w="2228298" h="1222779">
                <a:moveTo>
                  <a:pt x="0" y="0"/>
                </a:moveTo>
                <a:lnTo>
                  <a:pt x="2228298" y="0"/>
                </a:lnTo>
                <a:lnTo>
                  <a:pt x="2228298" y="1222779"/>
                </a:lnTo>
                <a:lnTo>
                  <a:pt x="0" y="122277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PH"/>
          </a:p>
        </p:txBody>
      </p:sp>
      <p:pic>
        <p:nvPicPr>
          <p:cNvPr id="19" name="Picture 18" descr="A blue and orange square&#10;&#10;Description automatically generated">
            <a:extLst>
              <a:ext uri="{FF2B5EF4-FFF2-40B4-BE49-F238E27FC236}">
                <a16:creationId xmlns:a16="http://schemas.microsoft.com/office/drawing/2014/main" id="{D26A145B-8B69-E4C0-FE5F-C7E87828761D}"/>
              </a:ext>
            </a:extLst>
          </p:cNvPr>
          <p:cNvPicPr>
            <a:picLocks noChangeAspect="1"/>
          </p:cNvPicPr>
          <p:nvPr/>
        </p:nvPicPr>
        <p:blipFill rotWithShape="1">
          <a:blip r:embed="rId6" cstate="print">
            <a:alphaModFix amt="50000"/>
            <a:extLst>
              <a:ext uri="{28A0092B-C50C-407E-A947-70E740481C1C}">
                <a14:useLocalDpi xmlns:a14="http://schemas.microsoft.com/office/drawing/2010/main" val="0"/>
              </a:ext>
            </a:extLst>
          </a:blip>
          <a:srcRect l="10012"/>
          <a:stretch/>
        </p:blipFill>
        <p:spPr>
          <a:xfrm>
            <a:off x="-11723" y="0"/>
            <a:ext cx="18251129" cy="2095500"/>
          </a:xfrm>
          <a:prstGeom prst="rect">
            <a:avLst/>
          </a:prstGeom>
        </p:spPr>
      </p:pic>
      <p:sp>
        <p:nvSpPr>
          <p:cNvPr id="21" name="TextBox 28">
            <a:extLst>
              <a:ext uri="{FF2B5EF4-FFF2-40B4-BE49-F238E27FC236}">
                <a16:creationId xmlns:a16="http://schemas.microsoft.com/office/drawing/2014/main" id="{402DCD2C-F14E-734B-6A4A-12AAE70C039D}"/>
              </a:ext>
            </a:extLst>
          </p:cNvPr>
          <p:cNvSpPr txBox="1"/>
          <p:nvPr/>
        </p:nvSpPr>
        <p:spPr>
          <a:xfrm>
            <a:off x="749993" y="-15883"/>
            <a:ext cx="16381125" cy="1399037"/>
          </a:xfrm>
          <a:prstGeom prst="rect">
            <a:avLst/>
          </a:prstGeom>
        </p:spPr>
        <p:txBody>
          <a:bodyPr wrap="square" lIns="0" tIns="0" rIns="0" bIns="0" rtlCol="0" anchor="t">
            <a:spAutoFit/>
          </a:bodyPr>
          <a:lstStyle/>
          <a:p>
            <a:pPr>
              <a:lnSpc>
                <a:spcPts val="12857"/>
              </a:lnSpc>
            </a:pPr>
            <a:r>
              <a:rPr lang="en-US" sz="4800" i="1" spc="-360" dirty="0">
                <a:ln>
                  <a:solidFill>
                    <a:schemeClr val="tx1"/>
                  </a:solidFill>
                </a:ln>
                <a:solidFill>
                  <a:schemeClr val="bg1"/>
                </a:solidFill>
                <a:latin typeface="Consolas" panose="020B0609020204030204" pitchFamily="49" charset="0"/>
                <a:ea typeface="Cambria" panose="02040503050406030204" pitchFamily="18" charset="0"/>
              </a:rPr>
              <a:t>Python Comments</a:t>
            </a:r>
          </a:p>
        </p:txBody>
      </p:sp>
      <p:sp>
        <p:nvSpPr>
          <p:cNvPr id="6" name="TextBox 5">
            <a:extLst>
              <a:ext uri="{FF2B5EF4-FFF2-40B4-BE49-F238E27FC236}">
                <a16:creationId xmlns:a16="http://schemas.microsoft.com/office/drawing/2014/main" id="{D6592BB9-B1C3-EC0C-4B6E-FC3C9F7AC696}"/>
              </a:ext>
            </a:extLst>
          </p:cNvPr>
          <p:cNvSpPr txBox="1"/>
          <p:nvPr/>
        </p:nvSpPr>
        <p:spPr>
          <a:xfrm>
            <a:off x="463773" y="2159217"/>
            <a:ext cx="16953563" cy="3170099"/>
          </a:xfrm>
          <a:prstGeom prst="rect">
            <a:avLst/>
          </a:prstGeom>
          <a:noFill/>
        </p:spPr>
        <p:txBody>
          <a:bodyPr wrap="square">
            <a:spAutoFit/>
          </a:bodyPr>
          <a:lstStyle/>
          <a:p>
            <a:pPr algn="just"/>
            <a:r>
              <a:rPr lang="en-US" sz="4000" dirty="0">
                <a:latin typeface="Consolas" panose="020B0609020204030204" pitchFamily="49" charset="0"/>
              </a:rPr>
              <a:t>Comments starts with a #. It’s been used to prevent execution when testing code. </a:t>
            </a:r>
          </a:p>
          <a:p>
            <a:pPr algn="just"/>
            <a:endParaRPr lang="en-US" sz="4000" dirty="0">
              <a:latin typeface="Consolas" panose="020B0609020204030204" pitchFamily="49" charset="0"/>
            </a:endParaRPr>
          </a:p>
          <a:p>
            <a:pPr algn="just"/>
            <a:r>
              <a:rPr lang="en-US" sz="4000" dirty="0">
                <a:latin typeface="Consolas" panose="020B0609020204030204" pitchFamily="49" charset="0"/>
              </a:rPr>
              <a:t>Tips: To comment out multiple lines of codes, just highlight it and press Ctrl + /</a:t>
            </a:r>
          </a:p>
        </p:txBody>
      </p:sp>
    </p:spTree>
    <p:extLst>
      <p:ext uri="{BB962C8B-B14F-4D97-AF65-F5344CB8AC3E}">
        <p14:creationId xmlns:p14="http://schemas.microsoft.com/office/powerpoint/2010/main" val="127230677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A079E2-BF94-6542-98F2-AAE9E6961612}"/>
            </a:ext>
          </a:extLst>
        </p:cNvPr>
        <p:cNvGrpSpPr/>
        <p:nvPr/>
      </p:nvGrpSpPr>
      <p:grpSpPr>
        <a:xfrm>
          <a:off x="0" y="0"/>
          <a:ext cx="0" cy="0"/>
          <a:chOff x="0" y="0"/>
          <a:chExt cx="0" cy="0"/>
        </a:xfrm>
      </p:grpSpPr>
      <p:pic>
        <p:nvPicPr>
          <p:cNvPr id="43" name="Picture 42" descr="A blue and orange square&#10;&#10;Description automatically generated">
            <a:extLst>
              <a:ext uri="{FF2B5EF4-FFF2-40B4-BE49-F238E27FC236}">
                <a16:creationId xmlns:a16="http://schemas.microsoft.com/office/drawing/2014/main" id="{3B71F21F-857C-816C-F8D5-4E40F59F93D9}"/>
              </a:ext>
            </a:extLst>
          </p:cNvPr>
          <p:cNvPicPr>
            <a:picLocks noChangeAspect="1"/>
          </p:cNvPicPr>
          <p:nvPr/>
        </p:nvPicPr>
        <p:blipFill rotWithShape="1">
          <a:blip r:embed="rId3">
            <a:alphaModFix amt="50000"/>
            <a:extLst>
              <a:ext uri="{28A0092B-C50C-407E-A947-70E740481C1C}">
                <a14:useLocalDpi xmlns:a14="http://schemas.microsoft.com/office/drawing/2010/main" val="0"/>
              </a:ext>
            </a:extLst>
          </a:blip>
          <a:srcRect l="10264" r="12208"/>
          <a:stretch/>
        </p:blipFill>
        <p:spPr>
          <a:xfrm>
            <a:off x="1" y="2939231"/>
            <a:ext cx="18287999" cy="4408536"/>
          </a:xfrm>
          <a:prstGeom prst="rect">
            <a:avLst/>
          </a:prstGeom>
        </p:spPr>
      </p:pic>
      <p:sp>
        <p:nvSpPr>
          <p:cNvPr id="20" name="Freeform 20">
            <a:extLst>
              <a:ext uri="{FF2B5EF4-FFF2-40B4-BE49-F238E27FC236}">
                <a16:creationId xmlns:a16="http://schemas.microsoft.com/office/drawing/2014/main" id="{F54E4C5E-B958-7B6E-57D3-01CFA6879721}"/>
              </a:ext>
            </a:extLst>
          </p:cNvPr>
          <p:cNvSpPr/>
          <p:nvPr/>
        </p:nvSpPr>
        <p:spPr>
          <a:xfrm>
            <a:off x="16022831" y="9062992"/>
            <a:ext cx="2228298" cy="1222779"/>
          </a:xfrm>
          <a:custGeom>
            <a:avLst/>
            <a:gdLst/>
            <a:ahLst/>
            <a:cxnLst/>
            <a:rect l="l" t="t" r="r" b="b"/>
            <a:pathLst>
              <a:path w="2228298" h="1222779">
                <a:moveTo>
                  <a:pt x="0" y="0"/>
                </a:moveTo>
                <a:lnTo>
                  <a:pt x="2228298" y="0"/>
                </a:lnTo>
                <a:lnTo>
                  <a:pt x="2228298" y="1222779"/>
                </a:lnTo>
                <a:lnTo>
                  <a:pt x="0" y="122277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PH"/>
          </a:p>
        </p:txBody>
      </p:sp>
      <p:sp>
        <p:nvSpPr>
          <p:cNvPr id="28" name="TextBox 28">
            <a:extLst>
              <a:ext uri="{FF2B5EF4-FFF2-40B4-BE49-F238E27FC236}">
                <a16:creationId xmlns:a16="http://schemas.microsoft.com/office/drawing/2014/main" id="{A2C08A44-A29A-AAD4-35ED-11BA54A6B1BE}"/>
              </a:ext>
            </a:extLst>
          </p:cNvPr>
          <p:cNvSpPr txBox="1"/>
          <p:nvPr/>
        </p:nvSpPr>
        <p:spPr>
          <a:xfrm>
            <a:off x="1144875" y="4404386"/>
            <a:ext cx="15998250" cy="1458413"/>
          </a:xfrm>
          <a:prstGeom prst="rect">
            <a:avLst/>
          </a:prstGeom>
        </p:spPr>
        <p:txBody>
          <a:bodyPr wrap="square" lIns="0" tIns="0" rIns="0" bIns="0" rtlCol="0" anchor="t">
            <a:spAutoFit/>
          </a:bodyPr>
          <a:lstStyle/>
          <a:p>
            <a:pPr algn="l">
              <a:lnSpc>
                <a:spcPts val="12857"/>
              </a:lnSpc>
            </a:pPr>
            <a:r>
              <a:rPr lang="en-US" sz="6600" spc="-360" dirty="0">
                <a:ln>
                  <a:solidFill>
                    <a:sysClr val="windowText" lastClr="000000"/>
                  </a:solidFill>
                </a:ln>
                <a:solidFill>
                  <a:schemeClr val="bg1"/>
                </a:solidFill>
                <a:latin typeface="Consolas" panose="020B0609020204030204" pitchFamily="49" charset="0"/>
              </a:rPr>
              <a:t>Lesson 2.6: Input/Output Operations</a:t>
            </a:r>
          </a:p>
        </p:txBody>
      </p:sp>
      <p:grpSp>
        <p:nvGrpSpPr>
          <p:cNvPr id="34" name="Group 13">
            <a:extLst>
              <a:ext uri="{FF2B5EF4-FFF2-40B4-BE49-F238E27FC236}">
                <a16:creationId xmlns:a16="http://schemas.microsoft.com/office/drawing/2014/main" id="{4C26B79B-C18D-9703-4A30-36220CAE4043}"/>
              </a:ext>
            </a:extLst>
          </p:cNvPr>
          <p:cNvGrpSpPr/>
          <p:nvPr/>
        </p:nvGrpSpPr>
        <p:grpSpPr>
          <a:xfrm>
            <a:off x="152400" y="211586"/>
            <a:ext cx="6840467" cy="1321138"/>
            <a:chOff x="0" y="0"/>
            <a:chExt cx="15396444" cy="3066458"/>
          </a:xfrm>
        </p:grpSpPr>
        <p:sp>
          <p:nvSpPr>
            <p:cNvPr id="35" name="Freeform 14">
              <a:extLst>
                <a:ext uri="{FF2B5EF4-FFF2-40B4-BE49-F238E27FC236}">
                  <a16:creationId xmlns:a16="http://schemas.microsoft.com/office/drawing/2014/main" id="{FF21EDF9-2E11-DF5A-6FEB-BA7C081C92B2}"/>
                </a:ext>
              </a:extLst>
            </p:cNvPr>
            <p:cNvSpPr/>
            <p:nvPr/>
          </p:nvSpPr>
          <p:spPr>
            <a:xfrm>
              <a:off x="0" y="0"/>
              <a:ext cx="15396444" cy="3066458"/>
            </a:xfrm>
            <a:custGeom>
              <a:avLst/>
              <a:gdLst/>
              <a:ahLst/>
              <a:cxnLst/>
              <a:rect l="l" t="t" r="r" b="b"/>
              <a:pathLst>
                <a:path w="15396444" h="3066458">
                  <a:moveTo>
                    <a:pt x="0" y="0"/>
                  </a:moveTo>
                  <a:lnTo>
                    <a:pt x="15396444" y="0"/>
                  </a:lnTo>
                  <a:lnTo>
                    <a:pt x="15396444" y="3066458"/>
                  </a:lnTo>
                  <a:lnTo>
                    <a:pt x="0" y="3066458"/>
                  </a:lnTo>
                  <a:lnTo>
                    <a:pt x="0" y="0"/>
                  </a:lnTo>
                  <a:close/>
                </a:path>
              </a:pathLst>
            </a:custGeom>
            <a:blipFill>
              <a:blip r:embed="rId6"/>
              <a:stretch>
                <a:fillRect/>
              </a:stretch>
            </a:blipFill>
          </p:spPr>
          <p:txBody>
            <a:bodyPr/>
            <a:lstStyle/>
            <a:p>
              <a:endParaRPr lang="en-PH"/>
            </a:p>
          </p:txBody>
        </p:sp>
        <p:sp>
          <p:nvSpPr>
            <p:cNvPr id="36" name="Freeform 15">
              <a:extLst>
                <a:ext uri="{FF2B5EF4-FFF2-40B4-BE49-F238E27FC236}">
                  <a16:creationId xmlns:a16="http://schemas.microsoft.com/office/drawing/2014/main" id="{9A1AAF0A-739D-BBA6-07C2-5E60ABFB4B49}"/>
                </a:ext>
              </a:extLst>
            </p:cNvPr>
            <p:cNvSpPr/>
            <p:nvPr/>
          </p:nvSpPr>
          <p:spPr>
            <a:xfrm>
              <a:off x="0" y="0"/>
              <a:ext cx="15396444" cy="3066458"/>
            </a:xfrm>
            <a:custGeom>
              <a:avLst/>
              <a:gdLst/>
              <a:ahLst/>
              <a:cxnLst/>
              <a:rect l="l" t="t" r="r" b="b"/>
              <a:pathLst>
                <a:path w="15396444" h="3066458">
                  <a:moveTo>
                    <a:pt x="0" y="0"/>
                  </a:moveTo>
                  <a:lnTo>
                    <a:pt x="15396444" y="0"/>
                  </a:lnTo>
                  <a:lnTo>
                    <a:pt x="15396444" y="3066458"/>
                  </a:lnTo>
                  <a:lnTo>
                    <a:pt x="0" y="3066458"/>
                  </a:lnTo>
                  <a:lnTo>
                    <a:pt x="0" y="0"/>
                  </a:lnTo>
                  <a:close/>
                </a:path>
              </a:pathLst>
            </a:custGeom>
            <a:blipFill>
              <a:blip r:embed="rId6"/>
              <a:stretch>
                <a:fillRect/>
              </a:stretch>
            </a:blipFill>
          </p:spPr>
          <p:txBody>
            <a:bodyPr/>
            <a:lstStyle/>
            <a:p>
              <a:endParaRPr lang="en-PH"/>
            </a:p>
          </p:txBody>
        </p:sp>
        <p:sp>
          <p:nvSpPr>
            <p:cNvPr id="37" name="Freeform 16">
              <a:extLst>
                <a:ext uri="{FF2B5EF4-FFF2-40B4-BE49-F238E27FC236}">
                  <a16:creationId xmlns:a16="http://schemas.microsoft.com/office/drawing/2014/main" id="{7CBA7AF5-B386-6B2D-09A3-CF4066168860}"/>
                </a:ext>
              </a:extLst>
            </p:cNvPr>
            <p:cNvSpPr/>
            <p:nvPr/>
          </p:nvSpPr>
          <p:spPr>
            <a:xfrm>
              <a:off x="0" y="0"/>
              <a:ext cx="15396444" cy="3066458"/>
            </a:xfrm>
            <a:custGeom>
              <a:avLst/>
              <a:gdLst/>
              <a:ahLst/>
              <a:cxnLst/>
              <a:rect l="l" t="t" r="r" b="b"/>
              <a:pathLst>
                <a:path w="15396444" h="3066458">
                  <a:moveTo>
                    <a:pt x="0" y="0"/>
                  </a:moveTo>
                  <a:lnTo>
                    <a:pt x="15396444" y="0"/>
                  </a:lnTo>
                  <a:lnTo>
                    <a:pt x="15396444" y="3066458"/>
                  </a:lnTo>
                  <a:lnTo>
                    <a:pt x="0" y="3066458"/>
                  </a:lnTo>
                  <a:lnTo>
                    <a:pt x="0" y="0"/>
                  </a:lnTo>
                  <a:close/>
                </a:path>
              </a:pathLst>
            </a:custGeom>
            <a:blipFill>
              <a:blip r:embed="rId6"/>
              <a:stretch>
                <a:fillRect/>
              </a:stretch>
            </a:blipFill>
          </p:spPr>
          <p:txBody>
            <a:bodyPr/>
            <a:lstStyle/>
            <a:p>
              <a:endParaRPr lang="en-PH"/>
            </a:p>
          </p:txBody>
        </p:sp>
        <p:sp>
          <p:nvSpPr>
            <p:cNvPr id="38" name="Freeform 17">
              <a:extLst>
                <a:ext uri="{FF2B5EF4-FFF2-40B4-BE49-F238E27FC236}">
                  <a16:creationId xmlns:a16="http://schemas.microsoft.com/office/drawing/2014/main" id="{EA091350-98C9-C576-D3FF-650F9DD33D2C}"/>
                </a:ext>
              </a:extLst>
            </p:cNvPr>
            <p:cNvSpPr/>
            <p:nvPr/>
          </p:nvSpPr>
          <p:spPr>
            <a:xfrm>
              <a:off x="0" y="0"/>
              <a:ext cx="15396444" cy="3066458"/>
            </a:xfrm>
            <a:custGeom>
              <a:avLst/>
              <a:gdLst/>
              <a:ahLst/>
              <a:cxnLst/>
              <a:rect l="l" t="t" r="r" b="b"/>
              <a:pathLst>
                <a:path w="15396444" h="3066458">
                  <a:moveTo>
                    <a:pt x="0" y="0"/>
                  </a:moveTo>
                  <a:lnTo>
                    <a:pt x="15396444" y="0"/>
                  </a:lnTo>
                  <a:lnTo>
                    <a:pt x="15396444" y="3066458"/>
                  </a:lnTo>
                  <a:lnTo>
                    <a:pt x="0" y="3066458"/>
                  </a:lnTo>
                  <a:lnTo>
                    <a:pt x="0" y="0"/>
                  </a:lnTo>
                  <a:close/>
                </a:path>
              </a:pathLst>
            </a:custGeom>
            <a:blipFill>
              <a:blip r:embed="rId6"/>
              <a:stretch>
                <a:fillRect/>
              </a:stretch>
            </a:blipFill>
          </p:spPr>
          <p:txBody>
            <a:bodyPr/>
            <a:lstStyle/>
            <a:p>
              <a:endParaRPr lang="en-PH"/>
            </a:p>
          </p:txBody>
        </p:sp>
        <p:sp>
          <p:nvSpPr>
            <p:cNvPr id="39" name="Freeform 18">
              <a:extLst>
                <a:ext uri="{FF2B5EF4-FFF2-40B4-BE49-F238E27FC236}">
                  <a16:creationId xmlns:a16="http://schemas.microsoft.com/office/drawing/2014/main" id="{15B64897-E54C-D3A2-E04D-BE0BF314AA23}"/>
                </a:ext>
              </a:extLst>
            </p:cNvPr>
            <p:cNvSpPr/>
            <p:nvPr/>
          </p:nvSpPr>
          <p:spPr>
            <a:xfrm>
              <a:off x="0" y="0"/>
              <a:ext cx="15396444" cy="3066458"/>
            </a:xfrm>
            <a:custGeom>
              <a:avLst/>
              <a:gdLst/>
              <a:ahLst/>
              <a:cxnLst/>
              <a:rect l="l" t="t" r="r" b="b"/>
              <a:pathLst>
                <a:path w="15396444" h="3066458">
                  <a:moveTo>
                    <a:pt x="0" y="0"/>
                  </a:moveTo>
                  <a:lnTo>
                    <a:pt x="15396444" y="0"/>
                  </a:lnTo>
                  <a:lnTo>
                    <a:pt x="15396444" y="3066458"/>
                  </a:lnTo>
                  <a:lnTo>
                    <a:pt x="0" y="3066458"/>
                  </a:lnTo>
                  <a:lnTo>
                    <a:pt x="0" y="0"/>
                  </a:lnTo>
                  <a:close/>
                </a:path>
              </a:pathLst>
            </a:custGeom>
            <a:blipFill>
              <a:blip r:embed="rId6"/>
              <a:stretch>
                <a:fillRect/>
              </a:stretch>
            </a:blipFill>
          </p:spPr>
          <p:txBody>
            <a:bodyPr/>
            <a:lstStyle/>
            <a:p>
              <a:endParaRPr lang="en-PH"/>
            </a:p>
          </p:txBody>
        </p:sp>
        <p:sp>
          <p:nvSpPr>
            <p:cNvPr id="40" name="Freeform 19">
              <a:extLst>
                <a:ext uri="{FF2B5EF4-FFF2-40B4-BE49-F238E27FC236}">
                  <a16:creationId xmlns:a16="http://schemas.microsoft.com/office/drawing/2014/main" id="{8A97CFF6-3468-4F2F-ECE0-851833A66040}"/>
                </a:ext>
              </a:extLst>
            </p:cNvPr>
            <p:cNvSpPr/>
            <p:nvPr/>
          </p:nvSpPr>
          <p:spPr>
            <a:xfrm>
              <a:off x="0" y="0"/>
              <a:ext cx="15396444" cy="3066458"/>
            </a:xfrm>
            <a:custGeom>
              <a:avLst/>
              <a:gdLst/>
              <a:ahLst/>
              <a:cxnLst/>
              <a:rect l="l" t="t" r="r" b="b"/>
              <a:pathLst>
                <a:path w="15396444" h="3066458">
                  <a:moveTo>
                    <a:pt x="0" y="0"/>
                  </a:moveTo>
                  <a:lnTo>
                    <a:pt x="15396444" y="0"/>
                  </a:lnTo>
                  <a:lnTo>
                    <a:pt x="15396444" y="3066458"/>
                  </a:lnTo>
                  <a:lnTo>
                    <a:pt x="0" y="3066458"/>
                  </a:lnTo>
                  <a:lnTo>
                    <a:pt x="0" y="0"/>
                  </a:lnTo>
                  <a:close/>
                </a:path>
              </a:pathLst>
            </a:custGeom>
            <a:blipFill>
              <a:blip r:embed="rId6"/>
              <a:stretch>
                <a:fillRect/>
              </a:stretch>
            </a:blipFill>
          </p:spPr>
          <p:txBody>
            <a:bodyPr/>
            <a:lstStyle/>
            <a:p>
              <a:endParaRPr lang="en-PH"/>
            </a:p>
          </p:txBody>
        </p:sp>
      </p:grpSp>
      <p:grpSp>
        <p:nvGrpSpPr>
          <p:cNvPr id="2" name="Group 2">
            <a:extLst>
              <a:ext uri="{FF2B5EF4-FFF2-40B4-BE49-F238E27FC236}">
                <a16:creationId xmlns:a16="http://schemas.microsoft.com/office/drawing/2014/main" id="{D9C20FBF-34BB-56E8-1437-E57194E00AE0}"/>
              </a:ext>
            </a:extLst>
          </p:cNvPr>
          <p:cNvGrpSpPr/>
          <p:nvPr/>
        </p:nvGrpSpPr>
        <p:grpSpPr>
          <a:xfrm>
            <a:off x="14554200" y="6438900"/>
            <a:ext cx="3886200" cy="3848100"/>
            <a:chOff x="0" y="0"/>
            <a:chExt cx="10022021" cy="9446043"/>
          </a:xfrm>
        </p:grpSpPr>
        <p:sp>
          <p:nvSpPr>
            <p:cNvPr id="3" name="Freeform 3">
              <a:extLst>
                <a:ext uri="{FF2B5EF4-FFF2-40B4-BE49-F238E27FC236}">
                  <a16:creationId xmlns:a16="http://schemas.microsoft.com/office/drawing/2014/main" id="{F2FA4230-2427-17B0-4459-641FE4B087A6}"/>
                </a:ext>
              </a:extLst>
            </p:cNvPr>
            <p:cNvSpPr/>
            <p:nvPr/>
          </p:nvSpPr>
          <p:spPr>
            <a:xfrm>
              <a:off x="0" y="0"/>
              <a:ext cx="10022021" cy="9446043"/>
            </a:xfrm>
            <a:custGeom>
              <a:avLst/>
              <a:gdLst/>
              <a:ahLst/>
              <a:cxnLst/>
              <a:rect l="l" t="t" r="r" b="b"/>
              <a:pathLst>
                <a:path w="10022021" h="9446043">
                  <a:moveTo>
                    <a:pt x="0" y="0"/>
                  </a:moveTo>
                  <a:lnTo>
                    <a:pt x="10022021" y="0"/>
                  </a:lnTo>
                  <a:lnTo>
                    <a:pt x="10022021" y="9446043"/>
                  </a:lnTo>
                  <a:lnTo>
                    <a:pt x="0" y="9446043"/>
                  </a:lnTo>
                  <a:lnTo>
                    <a:pt x="0" y="0"/>
                  </a:lnTo>
                  <a:close/>
                </a:path>
              </a:pathLst>
            </a:custGeom>
            <a:blipFill>
              <a:blip r:embed="rId7">
                <a:alphaModFix amt="50000"/>
              </a:blip>
              <a:stretch>
                <a:fillRect/>
              </a:stretch>
            </a:blipFill>
          </p:spPr>
          <p:txBody>
            <a:bodyPr/>
            <a:lstStyle/>
            <a:p>
              <a:endParaRPr lang="en-PH"/>
            </a:p>
          </p:txBody>
        </p:sp>
        <p:sp>
          <p:nvSpPr>
            <p:cNvPr id="4" name="Freeform 4">
              <a:extLst>
                <a:ext uri="{FF2B5EF4-FFF2-40B4-BE49-F238E27FC236}">
                  <a16:creationId xmlns:a16="http://schemas.microsoft.com/office/drawing/2014/main" id="{12033EB8-89E2-ADDB-31E8-A2A4DA2F9C99}"/>
                </a:ext>
              </a:extLst>
            </p:cNvPr>
            <p:cNvSpPr/>
            <p:nvPr/>
          </p:nvSpPr>
          <p:spPr>
            <a:xfrm>
              <a:off x="0" y="0"/>
              <a:ext cx="10022021" cy="9446043"/>
            </a:xfrm>
            <a:custGeom>
              <a:avLst/>
              <a:gdLst/>
              <a:ahLst/>
              <a:cxnLst/>
              <a:rect l="l" t="t" r="r" b="b"/>
              <a:pathLst>
                <a:path w="10022021" h="9446043">
                  <a:moveTo>
                    <a:pt x="0" y="0"/>
                  </a:moveTo>
                  <a:lnTo>
                    <a:pt x="10022021" y="0"/>
                  </a:lnTo>
                  <a:lnTo>
                    <a:pt x="10022021" y="9446043"/>
                  </a:lnTo>
                  <a:lnTo>
                    <a:pt x="0" y="9446043"/>
                  </a:lnTo>
                  <a:lnTo>
                    <a:pt x="0" y="0"/>
                  </a:lnTo>
                  <a:close/>
                </a:path>
              </a:pathLst>
            </a:custGeom>
            <a:blipFill>
              <a:blip r:embed="rId7">
                <a:alphaModFix amt="50000"/>
              </a:blip>
              <a:stretch>
                <a:fillRect/>
              </a:stretch>
            </a:blipFill>
          </p:spPr>
          <p:txBody>
            <a:bodyPr/>
            <a:lstStyle/>
            <a:p>
              <a:endParaRPr lang="en-PH"/>
            </a:p>
          </p:txBody>
        </p:sp>
        <p:sp>
          <p:nvSpPr>
            <p:cNvPr id="5" name="Freeform 5">
              <a:extLst>
                <a:ext uri="{FF2B5EF4-FFF2-40B4-BE49-F238E27FC236}">
                  <a16:creationId xmlns:a16="http://schemas.microsoft.com/office/drawing/2014/main" id="{CDBA8163-47B0-8408-74D2-7CEF820C698A}"/>
                </a:ext>
              </a:extLst>
            </p:cNvPr>
            <p:cNvSpPr/>
            <p:nvPr/>
          </p:nvSpPr>
          <p:spPr>
            <a:xfrm>
              <a:off x="0" y="0"/>
              <a:ext cx="10022021" cy="9446043"/>
            </a:xfrm>
            <a:custGeom>
              <a:avLst/>
              <a:gdLst/>
              <a:ahLst/>
              <a:cxnLst/>
              <a:rect l="l" t="t" r="r" b="b"/>
              <a:pathLst>
                <a:path w="10022021" h="9446043">
                  <a:moveTo>
                    <a:pt x="0" y="0"/>
                  </a:moveTo>
                  <a:lnTo>
                    <a:pt x="10022021" y="0"/>
                  </a:lnTo>
                  <a:lnTo>
                    <a:pt x="10022021" y="9446043"/>
                  </a:lnTo>
                  <a:lnTo>
                    <a:pt x="0" y="9446043"/>
                  </a:lnTo>
                  <a:lnTo>
                    <a:pt x="0" y="0"/>
                  </a:lnTo>
                  <a:close/>
                </a:path>
              </a:pathLst>
            </a:custGeom>
            <a:blipFill>
              <a:blip r:embed="rId7">
                <a:alphaModFix amt="50000"/>
              </a:blip>
              <a:stretch>
                <a:fillRect/>
              </a:stretch>
            </a:blipFill>
          </p:spPr>
          <p:txBody>
            <a:bodyPr/>
            <a:lstStyle/>
            <a:p>
              <a:endParaRPr lang="en-PH"/>
            </a:p>
          </p:txBody>
        </p:sp>
      </p:grpSp>
    </p:spTree>
    <p:extLst>
      <p:ext uri="{BB962C8B-B14F-4D97-AF65-F5344CB8AC3E}">
        <p14:creationId xmlns:p14="http://schemas.microsoft.com/office/powerpoint/2010/main" val="365693844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519A58-0266-7B63-9C1F-47E06F5FDCA6}"/>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A67E5066-5575-D30A-0AAD-3E86AA4ADF95}"/>
              </a:ext>
            </a:extLst>
          </p:cNvPr>
          <p:cNvGrpSpPr/>
          <p:nvPr/>
        </p:nvGrpSpPr>
        <p:grpSpPr>
          <a:xfrm>
            <a:off x="15240000" y="7086600"/>
            <a:ext cx="3200400" cy="3200400"/>
            <a:chOff x="0" y="0"/>
            <a:chExt cx="10022021" cy="9446043"/>
          </a:xfrm>
        </p:grpSpPr>
        <p:sp>
          <p:nvSpPr>
            <p:cNvPr id="3" name="Freeform 3">
              <a:extLst>
                <a:ext uri="{FF2B5EF4-FFF2-40B4-BE49-F238E27FC236}">
                  <a16:creationId xmlns:a16="http://schemas.microsoft.com/office/drawing/2014/main" id="{F5AC6047-FF51-8764-F076-CCED8AFF533A}"/>
                </a:ext>
              </a:extLst>
            </p:cNvPr>
            <p:cNvSpPr/>
            <p:nvPr/>
          </p:nvSpPr>
          <p:spPr>
            <a:xfrm>
              <a:off x="0" y="0"/>
              <a:ext cx="10022021" cy="9446043"/>
            </a:xfrm>
            <a:custGeom>
              <a:avLst/>
              <a:gdLst/>
              <a:ahLst/>
              <a:cxnLst/>
              <a:rect l="l" t="t" r="r" b="b"/>
              <a:pathLst>
                <a:path w="10022021" h="9446043">
                  <a:moveTo>
                    <a:pt x="0" y="0"/>
                  </a:moveTo>
                  <a:lnTo>
                    <a:pt x="10022021" y="0"/>
                  </a:lnTo>
                  <a:lnTo>
                    <a:pt x="10022021" y="9446043"/>
                  </a:lnTo>
                  <a:lnTo>
                    <a:pt x="0" y="9446043"/>
                  </a:lnTo>
                  <a:lnTo>
                    <a:pt x="0" y="0"/>
                  </a:lnTo>
                  <a:close/>
                </a:path>
              </a:pathLst>
            </a:custGeom>
            <a:blipFill>
              <a:blip r:embed="rId3">
                <a:alphaModFix amt="5000"/>
              </a:blip>
              <a:stretch>
                <a:fillRect/>
              </a:stretch>
            </a:blipFill>
          </p:spPr>
          <p:txBody>
            <a:bodyPr/>
            <a:lstStyle/>
            <a:p>
              <a:endParaRPr lang="en-PH"/>
            </a:p>
          </p:txBody>
        </p:sp>
        <p:sp>
          <p:nvSpPr>
            <p:cNvPr id="4" name="Freeform 4">
              <a:extLst>
                <a:ext uri="{FF2B5EF4-FFF2-40B4-BE49-F238E27FC236}">
                  <a16:creationId xmlns:a16="http://schemas.microsoft.com/office/drawing/2014/main" id="{B29C7E6D-6388-23CD-C743-A37FF82D1363}"/>
                </a:ext>
              </a:extLst>
            </p:cNvPr>
            <p:cNvSpPr/>
            <p:nvPr/>
          </p:nvSpPr>
          <p:spPr>
            <a:xfrm>
              <a:off x="0" y="0"/>
              <a:ext cx="10022021" cy="9446043"/>
            </a:xfrm>
            <a:custGeom>
              <a:avLst/>
              <a:gdLst/>
              <a:ahLst/>
              <a:cxnLst/>
              <a:rect l="l" t="t" r="r" b="b"/>
              <a:pathLst>
                <a:path w="10022021" h="9446043">
                  <a:moveTo>
                    <a:pt x="0" y="0"/>
                  </a:moveTo>
                  <a:lnTo>
                    <a:pt x="10022021" y="0"/>
                  </a:lnTo>
                  <a:lnTo>
                    <a:pt x="10022021" y="9446043"/>
                  </a:lnTo>
                  <a:lnTo>
                    <a:pt x="0" y="9446043"/>
                  </a:lnTo>
                  <a:lnTo>
                    <a:pt x="0" y="0"/>
                  </a:lnTo>
                  <a:close/>
                </a:path>
              </a:pathLst>
            </a:custGeom>
            <a:blipFill>
              <a:blip r:embed="rId3">
                <a:alphaModFix amt="5000"/>
              </a:blip>
              <a:stretch>
                <a:fillRect/>
              </a:stretch>
            </a:blipFill>
          </p:spPr>
          <p:txBody>
            <a:bodyPr/>
            <a:lstStyle/>
            <a:p>
              <a:endParaRPr lang="en-PH"/>
            </a:p>
          </p:txBody>
        </p:sp>
        <p:sp>
          <p:nvSpPr>
            <p:cNvPr id="5" name="Freeform 5">
              <a:extLst>
                <a:ext uri="{FF2B5EF4-FFF2-40B4-BE49-F238E27FC236}">
                  <a16:creationId xmlns:a16="http://schemas.microsoft.com/office/drawing/2014/main" id="{FD4E119F-3313-06CD-BA01-C5C02C7E27BF}"/>
                </a:ext>
              </a:extLst>
            </p:cNvPr>
            <p:cNvSpPr/>
            <p:nvPr/>
          </p:nvSpPr>
          <p:spPr>
            <a:xfrm>
              <a:off x="0" y="0"/>
              <a:ext cx="10022021" cy="9446043"/>
            </a:xfrm>
            <a:custGeom>
              <a:avLst/>
              <a:gdLst/>
              <a:ahLst/>
              <a:cxnLst/>
              <a:rect l="l" t="t" r="r" b="b"/>
              <a:pathLst>
                <a:path w="10022021" h="9446043">
                  <a:moveTo>
                    <a:pt x="0" y="0"/>
                  </a:moveTo>
                  <a:lnTo>
                    <a:pt x="10022021" y="0"/>
                  </a:lnTo>
                  <a:lnTo>
                    <a:pt x="10022021" y="9446043"/>
                  </a:lnTo>
                  <a:lnTo>
                    <a:pt x="0" y="9446043"/>
                  </a:lnTo>
                  <a:lnTo>
                    <a:pt x="0" y="0"/>
                  </a:lnTo>
                  <a:close/>
                </a:path>
              </a:pathLst>
            </a:custGeom>
            <a:blipFill>
              <a:blip r:embed="rId3">
                <a:alphaModFix amt="5000"/>
              </a:blip>
              <a:stretch>
                <a:fillRect/>
              </a:stretch>
            </a:blipFill>
          </p:spPr>
          <p:txBody>
            <a:bodyPr/>
            <a:lstStyle/>
            <a:p>
              <a:endParaRPr lang="en-PH"/>
            </a:p>
          </p:txBody>
        </p:sp>
      </p:grpSp>
      <p:sp>
        <p:nvSpPr>
          <p:cNvPr id="20" name="Freeform 20">
            <a:extLst>
              <a:ext uri="{FF2B5EF4-FFF2-40B4-BE49-F238E27FC236}">
                <a16:creationId xmlns:a16="http://schemas.microsoft.com/office/drawing/2014/main" id="{A6C6276C-4F5A-2616-7328-19E6589CCDBC}"/>
              </a:ext>
            </a:extLst>
          </p:cNvPr>
          <p:cNvSpPr/>
          <p:nvPr/>
        </p:nvSpPr>
        <p:spPr>
          <a:xfrm>
            <a:off x="16022831" y="9062992"/>
            <a:ext cx="2228298" cy="1222779"/>
          </a:xfrm>
          <a:custGeom>
            <a:avLst/>
            <a:gdLst/>
            <a:ahLst/>
            <a:cxnLst/>
            <a:rect l="l" t="t" r="r" b="b"/>
            <a:pathLst>
              <a:path w="2228298" h="1222779">
                <a:moveTo>
                  <a:pt x="0" y="0"/>
                </a:moveTo>
                <a:lnTo>
                  <a:pt x="2228298" y="0"/>
                </a:lnTo>
                <a:lnTo>
                  <a:pt x="2228298" y="1222779"/>
                </a:lnTo>
                <a:lnTo>
                  <a:pt x="0" y="122277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PH"/>
          </a:p>
        </p:txBody>
      </p:sp>
      <p:pic>
        <p:nvPicPr>
          <p:cNvPr id="19" name="Picture 18" descr="A blue and orange square&#10;&#10;Description automatically generated">
            <a:extLst>
              <a:ext uri="{FF2B5EF4-FFF2-40B4-BE49-F238E27FC236}">
                <a16:creationId xmlns:a16="http://schemas.microsoft.com/office/drawing/2014/main" id="{85AFA72D-60AC-D1B9-11AE-EB87A8FEBEEF}"/>
              </a:ext>
            </a:extLst>
          </p:cNvPr>
          <p:cNvPicPr>
            <a:picLocks noChangeAspect="1"/>
          </p:cNvPicPr>
          <p:nvPr/>
        </p:nvPicPr>
        <p:blipFill rotWithShape="1">
          <a:blip r:embed="rId6" cstate="print">
            <a:alphaModFix amt="50000"/>
            <a:extLst>
              <a:ext uri="{28A0092B-C50C-407E-A947-70E740481C1C}">
                <a14:useLocalDpi xmlns:a14="http://schemas.microsoft.com/office/drawing/2010/main" val="0"/>
              </a:ext>
            </a:extLst>
          </a:blip>
          <a:srcRect l="10012"/>
          <a:stretch/>
        </p:blipFill>
        <p:spPr>
          <a:xfrm>
            <a:off x="-11723" y="0"/>
            <a:ext cx="18251129" cy="2095500"/>
          </a:xfrm>
          <a:prstGeom prst="rect">
            <a:avLst/>
          </a:prstGeom>
        </p:spPr>
      </p:pic>
      <p:sp>
        <p:nvSpPr>
          <p:cNvPr id="21" name="TextBox 28">
            <a:extLst>
              <a:ext uri="{FF2B5EF4-FFF2-40B4-BE49-F238E27FC236}">
                <a16:creationId xmlns:a16="http://schemas.microsoft.com/office/drawing/2014/main" id="{8DAC23A9-0B44-DD49-F469-2874453BA6FA}"/>
              </a:ext>
            </a:extLst>
          </p:cNvPr>
          <p:cNvSpPr txBox="1"/>
          <p:nvPr/>
        </p:nvSpPr>
        <p:spPr>
          <a:xfrm>
            <a:off x="749993" y="-15883"/>
            <a:ext cx="16381125" cy="1399037"/>
          </a:xfrm>
          <a:prstGeom prst="rect">
            <a:avLst/>
          </a:prstGeom>
        </p:spPr>
        <p:txBody>
          <a:bodyPr wrap="square" lIns="0" tIns="0" rIns="0" bIns="0" rtlCol="0" anchor="t">
            <a:spAutoFit/>
          </a:bodyPr>
          <a:lstStyle/>
          <a:p>
            <a:pPr>
              <a:lnSpc>
                <a:spcPts val="12857"/>
              </a:lnSpc>
            </a:pPr>
            <a:r>
              <a:rPr lang="en-US" sz="4800" i="1" spc="-360" dirty="0">
                <a:ln>
                  <a:solidFill>
                    <a:schemeClr val="tx1"/>
                  </a:solidFill>
                </a:ln>
                <a:solidFill>
                  <a:schemeClr val="bg1"/>
                </a:solidFill>
                <a:latin typeface="Consolas" panose="020B0609020204030204" pitchFamily="49" charset="0"/>
                <a:ea typeface="Cambria" panose="02040503050406030204" pitchFamily="18" charset="0"/>
              </a:rPr>
              <a:t>Output Operation</a:t>
            </a:r>
          </a:p>
        </p:txBody>
      </p:sp>
      <p:sp>
        <p:nvSpPr>
          <p:cNvPr id="6" name="TextBox 5">
            <a:extLst>
              <a:ext uri="{FF2B5EF4-FFF2-40B4-BE49-F238E27FC236}">
                <a16:creationId xmlns:a16="http://schemas.microsoft.com/office/drawing/2014/main" id="{1D1090FC-C6D7-C08D-4A36-F0BD29214AC9}"/>
              </a:ext>
            </a:extLst>
          </p:cNvPr>
          <p:cNvSpPr txBox="1"/>
          <p:nvPr/>
        </p:nvSpPr>
        <p:spPr>
          <a:xfrm>
            <a:off x="463773" y="2159217"/>
            <a:ext cx="16953563" cy="6863417"/>
          </a:xfrm>
          <a:prstGeom prst="rect">
            <a:avLst/>
          </a:prstGeom>
          <a:noFill/>
        </p:spPr>
        <p:txBody>
          <a:bodyPr wrap="square">
            <a:spAutoFit/>
          </a:bodyPr>
          <a:lstStyle/>
          <a:p>
            <a:pPr algn="just"/>
            <a:r>
              <a:rPr lang="en-US" sz="4000" dirty="0">
                <a:latin typeface="Consolas" panose="020B0609020204030204" pitchFamily="49" charset="0"/>
              </a:rPr>
              <a:t>To display information, results, or messages to the screen, we use the print() function. It can print text, numbers, variables, or even the results of expressions. Multiple values can be printed at once, separated by commas.</a:t>
            </a:r>
          </a:p>
          <a:p>
            <a:pPr algn="just"/>
            <a:endParaRPr lang="en-US" sz="4000" dirty="0">
              <a:latin typeface="Consolas" panose="020B0609020204030204" pitchFamily="49" charset="0"/>
            </a:endParaRPr>
          </a:p>
          <a:p>
            <a:pPr algn="just"/>
            <a:r>
              <a:rPr lang="en-US" sz="4000" dirty="0">
                <a:latin typeface="Consolas" panose="020B0609020204030204" pitchFamily="49" charset="0"/>
              </a:rPr>
              <a:t>Example 1: Printing Text</a:t>
            </a:r>
          </a:p>
          <a:p>
            <a:pPr algn="just"/>
            <a:endParaRPr lang="en-US" sz="4000" dirty="0">
              <a:latin typeface="Consolas" panose="020B0609020204030204" pitchFamily="49" charset="0"/>
            </a:endParaRPr>
          </a:p>
          <a:p>
            <a:pPr algn="just"/>
            <a:r>
              <a:rPr lang="en-US" sz="4000" dirty="0">
                <a:latin typeface="Consolas" panose="020B0609020204030204" pitchFamily="49" charset="0"/>
              </a:rPr>
              <a:t>print("Hello, World!")</a:t>
            </a:r>
          </a:p>
          <a:p>
            <a:pPr algn="just"/>
            <a:endParaRPr lang="en-US" sz="4000" dirty="0">
              <a:latin typeface="Consolas" panose="020B0609020204030204" pitchFamily="49" charset="0"/>
            </a:endParaRPr>
          </a:p>
          <a:p>
            <a:pPr algn="just"/>
            <a:r>
              <a:rPr lang="en-US" sz="4000" dirty="0">
                <a:latin typeface="Consolas" panose="020B0609020204030204" pitchFamily="49" charset="0"/>
              </a:rPr>
              <a:t>Example 2: Printing numbers and results</a:t>
            </a:r>
          </a:p>
          <a:p>
            <a:pPr algn="just"/>
            <a:r>
              <a:rPr lang="en-US" sz="4000" dirty="0">
                <a:latin typeface="Consolas" panose="020B0609020204030204" pitchFamily="49" charset="0"/>
              </a:rPr>
              <a:t>print(5 + 3)</a:t>
            </a:r>
          </a:p>
        </p:txBody>
      </p:sp>
    </p:spTree>
    <p:extLst>
      <p:ext uri="{BB962C8B-B14F-4D97-AF65-F5344CB8AC3E}">
        <p14:creationId xmlns:p14="http://schemas.microsoft.com/office/powerpoint/2010/main" val="52930878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B5FD7D-2600-58FD-7341-CA5F50D84472}"/>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46CED266-CA1E-88EC-20B6-36E28B351F7F}"/>
              </a:ext>
            </a:extLst>
          </p:cNvPr>
          <p:cNvGrpSpPr/>
          <p:nvPr/>
        </p:nvGrpSpPr>
        <p:grpSpPr>
          <a:xfrm>
            <a:off x="15240000" y="7086600"/>
            <a:ext cx="3200400" cy="3200400"/>
            <a:chOff x="0" y="0"/>
            <a:chExt cx="10022021" cy="9446043"/>
          </a:xfrm>
        </p:grpSpPr>
        <p:sp>
          <p:nvSpPr>
            <p:cNvPr id="3" name="Freeform 3">
              <a:extLst>
                <a:ext uri="{FF2B5EF4-FFF2-40B4-BE49-F238E27FC236}">
                  <a16:creationId xmlns:a16="http://schemas.microsoft.com/office/drawing/2014/main" id="{7CAF5886-81BC-9791-B007-1458494AD63A}"/>
                </a:ext>
              </a:extLst>
            </p:cNvPr>
            <p:cNvSpPr/>
            <p:nvPr/>
          </p:nvSpPr>
          <p:spPr>
            <a:xfrm>
              <a:off x="0" y="0"/>
              <a:ext cx="10022021" cy="9446043"/>
            </a:xfrm>
            <a:custGeom>
              <a:avLst/>
              <a:gdLst/>
              <a:ahLst/>
              <a:cxnLst/>
              <a:rect l="l" t="t" r="r" b="b"/>
              <a:pathLst>
                <a:path w="10022021" h="9446043">
                  <a:moveTo>
                    <a:pt x="0" y="0"/>
                  </a:moveTo>
                  <a:lnTo>
                    <a:pt x="10022021" y="0"/>
                  </a:lnTo>
                  <a:lnTo>
                    <a:pt x="10022021" y="9446043"/>
                  </a:lnTo>
                  <a:lnTo>
                    <a:pt x="0" y="9446043"/>
                  </a:lnTo>
                  <a:lnTo>
                    <a:pt x="0" y="0"/>
                  </a:lnTo>
                  <a:close/>
                </a:path>
              </a:pathLst>
            </a:custGeom>
            <a:blipFill>
              <a:blip r:embed="rId3">
                <a:alphaModFix amt="5000"/>
              </a:blip>
              <a:stretch>
                <a:fillRect/>
              </a:stretch>
            </a:blipFill>
          </p:spPr>
          <p:txBody>
            <a:bodyPr/>
            <a:lstStyle/>
            <a:p>
              <a:endParaRPr lang="en-PH"/>
            </a:p>
          </p:txBody>
        </p:sp>
        <p:sp>
          <p:nvSpPr>
            <p:cNvPr id="4" name="Freeform 4">
              <a:extLst>
                <a:ext uri="{FF2B5EF4-FFF2-40B4-BE49-F238E27FC236}">
                  <a16:creationId xmlns:a16="http://schemas.microsoft.com/office/drawing/2014/main" id="{38BDE58B-4997-DB8A-1388-759DA1618BD8}"/>
                </a:ext>
              </a:extLst>
            </p:cNvPr>
            <p:cNvSpPr/>
            <p:nvPr/>
          </p:nvSpPr>
          <p:spPr>
            <a:xfrm>
              <a:off x="0" y="0"/>
              <a:ext cx="10022021" cy="9446043"/>
            </a:xfrm>
            <a:custGeom>
              <a:avLst/>
              <a:gdLst/>
              <a:ahLst/>
              <a:cxnLst/>
              <a:rect l="l" t="t" r="r" b="b"/>
              <a:pathLst>
                <a:path w="10022021" h="9446043">
                  <a:moveTo>
                    <a:pt x="0" y="0"/>
                  </a:moveTo>
                  <a:lnTo>
                    <a:pt x="10022021" y="0"/>
                  </a:lnTo>
                  <a:lnTo>
                    <a:pt x="10022021" y="9446043"/>
                  </a:lnTo>
                  <a:lnTo>
                    <a:pt x="0" y="9446043"/>
                  </a:lnTo>
                  <a:lnTo>
                    <a:pt x="0" y="0"/>
                  </a:lnTo>
                  <a:close/>
                </a:path>
              </a:pathLst>
            </a:custGeom>
            <a:blipFill>
              <a:blip r:embed="rId3">
                <a:alphaModFix amt="5000"/>
              </a:blip>
              <a:stretch>
                <a:fillRect/>
              </a:stretch>
            </a:blipFill>
          </p:spPr>
          <p:txBody>
            <a:bodyPr/>
            <a:lstStyle/>
            <a:p>
              <a:endParaRPr lang="en-PH"/>
            </a:p>
          </p:txBody>
        </p:sp>
        <p:sp>
          <p:nvSpPr>
            <p:cNvPr id="5" name="Freeform 5">
              <a:extLst>
                <a:ext uri="{FF2B5EF4-FFF2-40B4-BE49-F238E27FC236}">
                  <a16:creationId xmlns:a16="http://schemas.microsoft.com/office/drawing/2014/main" id="{33D2E899-5E20-E5FB-3ECA-B087F9089B9F}"/>
                </a:ext>
              </a:extLst>
            </p:cNvPr>
            <p:cNvSpPr/>
            <p:nvPr/>
          </p:nvSpPr>
          <p:spPr>
            <a:xfrm>
              <a:off x="0" y="0"/>
              <a:ext cx="10022021" cy="9446043"/>
            </a:xfrm>
            <a:custGeom>
              <a:avLst/>
              <a:gdLst/>
              <a:ahLst/>
              <a:cxnLst/>
              <a:rect l="l" t="t" r="r" b="b"/>
              <a:pathLst>
                <a:path w="10022021" h="9446043">
                  <a:moveTo>
                    <a:pt x="0" y="0"/>
                  </a:moveTo>
                  <a:lnTo>
                    <a:pt x="10022021" y="0"/>
                  </a:lnTo>
                  <a:lnTo>
                    <a:pt x="10022021" y="9446043"/>
                  </a:lnTo>
                  <a:lnTo>
                    <a:pt x="0" y="9446043"/>
                  </a:lnTo>
                  <a:lnTo>
                    <a:pt x="0" y="0"/>
                  </a:lnTo>
                  <a:close/>
                </a:path>
              </a:pathLst>
            </a:custGeom>
            <a:blipFill>
              <a:blip r:embed="rId3">
                <a:alphaModFix amt="5000"/>
              </a:blip>
              <a:stretch>
                <a:fillRect/>
              </a:stretch>
            </a:blipFill>
          </p:spPr>
          <p:txBody>
            <a:bodyPr/>
            <a:lstStyle/>
            <a:p>
              <a:endParaRPr lang="en-PH"/>
            </a:p>
          </p:txBody>
        </p:sp>
      </p:grpSp>
      <p:sp>
        <p:nvSpPr>
          <p:cNvPr id="20" name="Freeform 20">
            <a:extLst>
              <a:ext uri="{FF2B5EF4-FFF2-40B4-BE49-F238E27FC236}">
                <a16:creationId xmlns:a16="http://schemas.microsoft.com/office/drawing/2014/main" id="{496FF11C-4BB6-D8C5-41A8-5E6B17998044}"/>
              </a:ext>
            </a:extLst>
          </p:cNvPr>
          <p:cNvSpPr/>
          <p:nvPr/>
        </p:nvSpPr>
        <p:spPr>
          <a:xfrm>
            <a:off x="16022831" y="9062992"/>
            <a:ext cx="2228298" cy="1222779"/>
          </a:xfrm>
          <a:custGeom>
            <a:avLst/>
            <a:gdLst/>
            <a:ahLst/>
            <a:cxnLst/>
            <a:rect l="l" t="t" r="r" b="b"/>
            <a:pathLst>
              <a:path w="2228298" h="1222779">
                <a:moveTo>
                  <a:pt x="0" y="0"/>
                </a:moveTo>
                <a:lnTo>
                  <a:pt x="2228298" y="0"/>
                </a:lnTo>
                <a:lnTo>
                  <a:pt x="2228298" y="1222779"/>
                </a:lnTo>
                <a:lnTo>
                  <a:pt x="0" y="122277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PH"/>
          </a:p>
        </p:txBody>
      </p:sp>
      <p:pic>
        <p:nvPicPr>
          <p:cNvPr id="19" name="Picture 18" descr="A blue and orange square&#10;&#10;Description automatically generated">
            <a:extLst>
              <a:ext uri="{FF2B5EF4-FFF2-40B4-BE49-F238E27FC236}">
                <a16:creationId xmlns:a16="http://schemas.microsoft.com/office/drawing/2014/main" id="{FE9B798C-1A63-A7EC-FCD7-AC28E62ACB4C}"/>
              </a:ext>
            </a:extLst>
          </p:cNvPr>
          <p:cNvPicPr>
            <a:picLocks noChangeAspect="1"/>
          </p:cNvPicPr>
          <p:nvPr/>
        </p:nvPicPr>
        <p:blipFill rotWithShape="1">
          <a:blip r:embed="rId6" cstate="print">
            <a:alphaModFix amt="50000"/>
            <a:extLst>
              <a:ext uri="{28A0092B-C50C-407E-A947-70E740481C1C}">
                <a14:useLocalDpi xmlns:a14="http://schemas.microsoft.com/office/drawing/2010/main" val="0"/>
              </a:ext>
            </a:extLst>
          </a:blip>
          <a:srcRect l="10012"/>
          <a:stretch/>
        </p:blipFill>
        <p:spPr>
          <a:xfrm>
            <a:off x="-11723" y="0"/>
            <a:ext cx="18251129" cy="2095500"/>
          </a:xfrm>
          <a:prstGeom prst="rect">
            <a:avLst/>
          </a:prstGeom>
        </p:spPr>
      </p:pic>
      <p:sp>
        <p:nvSpPr>
          <p:cNvPr id="21" name="TextBox 28">
            <a:extLst>
              <a:ext uri="{FF2B5EF4-FFF2-40B4-BE49-F238E27FC236}">
                <a16:creationId xmlns:a16="http://schemas.microsoft.com/office/drawing/2014/main" id="{22037218-F263-0BBC-77E9-8E559CF1990A}"/>
              </a:ext>
            </a:extLst>
          </p:cNvPr>
          <p:cNvSpPr txBox="1"/>
          <p:nvPr/>
        </p:nvSpPr>
        <p:spPr>
          <a:xfrm>
            <a:off x="749993" y="-15883"/>
            <a:ext cx="16381125" cy="1399037"/>
          </a:xfrm>
          <a:prstGeom prst="rect">
            <a:avLst/>
          </a:prstGeom>
        </p:spPr>
        <p:txBody>
          <a:bodyPr wrap="square" lIns="0" tIns="0" rIns="0" bIns="0" rtlCol="0" anchor="t">
            <a:spAutoFit/>
          </a:bodyPr>
          <a:lstStyle/>
          <a:p>
            <a:pPr>
              <a:lnSpc>
                <a:spcPts val="12857"/>
              </a:lnSpc>
            </a:pPr>
            <a:r>
              <a:rPr lang="en-US" sz="4800" i="1" spc="-360" dirty="0">
                <a:ln>
                  <a:solidFill>
                    <a:schemeClr val="tx1"/>
                  </a:solidFill>
                </a:ln>
                <a:solidFill>
                  <a:schemeClr val="bg1"/>
                </a:solidFill>
                <a:latin typeface="Consolas" panose="020B0609020204030204" pitchFamily="49" charset="0"/>
                <a:ea typeface="Cambria" panose="02040503050406030204" pitchFamily="18" charset="0"/>
              </a:rPr>
              <a:t>Output Operation</a:t>
            </a:r>
          </a:p>
        </p:txBody>
      </p:sp>
      <p:sp>
        <p:nvSpPr>
          <p:cNvPr id="6" name="TextBox 5">
            <a:extLst>
              <a:ext uri="{FF2B5EF4-FFF2-40B4-BE49-F238E27FC236}">
                <a16:creationId xmlns:a16="http://schemas.microsoft.com/office/drawing/2014/main" id="{1DC14C5E-5BE9-634E-B678-474EA9436899}"/>
              </a:ext>
            </a:extLst>
          </p:cNvPr>
          <p:cNvSpPr txBox="1"/>
          <p:nvPr/>
        </p:nvSpPr>
        <p:spPr>
          <a:xfrm>
            <a:off x="463773" y="2159217"/>
            <a:ext cx="16953563" cy="5632311"/>
          </a:xfrm>
          <a:prstGeom prst="rect">
            <a:avLst/>
          </a:prstGeom>
          <a:noFill/>
        </p:spPr>
        <p:txBody>
          <a:bodyPr wrap="square">
            <a:spAutoFit/>
          </a:bodyPr>
          <a:lstStyle/>
          <a:p>
            <a:pPr algn="just"/>
            <a:r>
              <a:rPr lang="en-US" sz="4000" dirty="0">
                <a:latin typeface="Consolas" panose="020B0609020204030204" pitchFamily="49" charset="0"/>
              </a:rPr>
              <a:t>Example 3: Printing multiple items</a:t>
            </a:r>
          </a:p>
          <a:p>
            <a:pPr algn="just"/>
            <a:r>
              <a:rPr lang="en-US" sz="4000" dirty="0">
                <a:latin typeface="Consolas" panose="020B0609020204030204" pitchFamily="49" charset="0"/>
              </a:rPr>
              <a:t>name = "Anna"</a:t>
            </a:r>
          </a:p>
          <a:p>
            <a:pPr algn="just"/>
            <a:r>
              <a:rPr lang="en-US" sz="4000" dirty="0">
                <a:latin typeface="Consolas" panose="020B0609020204030204" pitchFamily="49" charset="0"/>
              </a:rPr>
              <a:t>age = 21</a:t>
            </a:r>
          </a:p>
          <a:p>
            <a:pPr algn="just"/>
            <a:r>
              <a:rPr lang="en-US" sz="4000" dirty="0">
                <a:latin typeface="Consolas" panose="020B0609020204030204" pitchFamily="49" charset="0"/>
              </a:rPr>
              <a:t>print("Name:", name, "Age:", age)</a:t>
            </a:r>
          </a:p>
          <a:p>
            <a:pPr algn="just"/>
            <a:endParaRPr lang="en-US" sz="4000" dirty="0">
              <a:latin typeface="Consolas" panose="020B0609020204030204" pitchFamily="49" charset="0"/>
            </a:endParaRPr>
          </a:p>
          <a:p>
            <a:pPr algn="just"/>
            <a:r>
              <a:rPr lang="en-US" sz="4000" dirty="0">
                <a:latin typeface="Consolas" panose="020B0609020204030204" pitchFamily="49" charset="0"/>
              </a:rPr>
              <a:t>Example 4: Using f-string method (formatted print)</a:t>
            </a:r>
          </a:p>
          <a:p>
            <a:pPr algn="just"/>
            <a:r>
              <a:rPr lang="en-US" sz="4000" dirty="0">
                <a:latin typeface="Consolas" panose="020B0609020204030204" pitchFamily="49" charset="0"/>
              </a:rPr>
              <a:t>name = "Carlos"</a:t>
            </a:r>
          </a:p>
          <a:p>
            <a:pPr algn="just"/>
            <a:r>
              <a:rPr lang="en-US" sz="4000" dirty="0">
                <a:latin typeface="Consolas" panose="020B0609020204030204" pitchFamily="49" charset="0"/>
              </a:rPr>
              <a:t>score = 95</a:t>
            </a:r>
          </a:p>
          <a:p>
            <a:pPr algn="just"/>
            <a:r>
              <a:rPr lang="en-US" sz="4000" dirty="0">
                <a:latin typeface="Consolas" panose="020B0609020204030204" pitchFamily="49" charset="0"/>
              </a:rPr>
              <a:t>print(</a:t>
            </a:r>
            <a:r>
              <a:rPr lang="en-US" sz="4000" dirty="0" err="1">
                <a:latin typeface="Consolas" panose="020B0609020204030204" pitchFamily="49" charset="0"/>
              </a:rPr>
              <a:t>f"Student</a:t>
            </a:r>
            <a:r>
              <a:rPr lang="en-US" sz="4000" dirty="0">
                <a:latin typeface="Consolas" panose="020B0609020204030204" pitchFamily="49" charset="0"/>
              </a:rPr>
              <a:t> {name} scored {score} points.")</a:t>
            </a:r>
          </a:p>
        </p:txBody>
      </p:sp>
    </p:spTree>
    <p:extLst>
      <p:ext uri="{BB962C8B-B14F-4D97-AF65-F5344CB8AC3E}">
        <p14:creationId xmlns:p14="http://schemas.microsoft.com/office/powerpoint/2010/main" val="259554731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DD756F-0F20-FD0D-A8DE-55C932029FC1}"/>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8766B186-02BF-632A-1846-70BD4D036ACA}"/>
              </a:ext>
            </a:extLst>
          </p:cNvPr>
          <p:cNvGrpSpPr/>
          <p:nvPr/>
        </p:nvGrpSpPr>
        <p:grpSpPr>
          <a:xfrm>
            <a:off x="15240000" y="7086600"/>
            <a:ext cx="3200400" cy="3200400"/>
            <a:chOff x="0" y="0"/>
            <a:chExt cx="10022021" cy="9446043"/>
          </a:xfrm>
        </p:grpSpPr>
        <p:sp>
          <p:nvSpPr>
            <p:cNvPr id="3" name="Freeform 3">
              <a:extLst>
                <a:ext uri="{FF2B5EF4-FFF2-40B4-BE49-F238E27FC236}">
                  <a16:creationId xmlns:a16="http://schemas.microsoft.com/office/drawing/2014/main" id="{803E5A1E-77C4-49BD-3FD4-16C0775010EE}"/>
                </a:ext>
              </a:extLst>
            </p:cNvPr>
            <p:cNvSpPr/>
            <p:nvPr/>
          </p:nvSpPr>
          <p:spPr>
            <a:xfrm>
              <a:off x="0" y="0"/>
              <a:ext cx="10022021" cy="9446043"/>
            </a:xfrm>
            <a:custGeom>
              <a:avLst/>
              <a:gdLst/>
              <a:ahLst/>
              <a:cxnLst/>
              <a:rect l="l" t="t" r="r" b="b"/>
              <a:pathLst>
                <a:path w="10022021" h="9446043">
                  <a:moveTo>
                    <a:pt x="0" y="0"/>
                  </a:moveTo>
                  <a:lnTo>
                    <a:pt x="10022021" y="0"/>
                  </a:lnTo>
                  <a:lnTo>
                    <a:pt x="10022021" y="9446043"/>
                  </a:lnTo>
                  <a:lnTo>
                    <a:pt x="0" y="9446043"/>
                  </a:lnTo>
                  <a:lnTo>
                    <a:pt x="0" y="0"/>
                  </a:lnTo>
                  <a:close/>
                </a:path>
              </a:pathLst>
            </a:custGeom>
            <a:blipFill>
              <a:blip r:embed="rId3">
                <a:alphaModFix amt="5000"/>
              </a:blip>
              <a:stretch>
                <a:fillRect/>
              </a:stretch>
            </a:blipFill>
          </p:spPr>
          <p:txBody>
            <a:bodyPr/>
            <a:lstStyle/>
            <a:p>
              <a:endParaRPr lang="en-PH"/>
            </a:p>
          </p:txBody>
        </p:sp>
        <p:sp>
          <p:nvSpPr>
            <p:cNvPr id="4" name="Freeform 4">
              <a:extLst>
                <a:ext uri="{FF2B5EF4-FFF2-40B4-BE49-F238E27FC236}">
                  <a16:creationId xmlns:a16="http://schemas.microsoft.com/office/drawing/2014/main" id="{9F11CC81-5571-9382-6122-C3EA6BA57DB4}"/>
                </a:ext>
              </a:extLst>
            </p:cNvPr>
            <p:cNvSpPr/>
            <p:nvPr/>
          </p:nvSpPr>
          <p:spPr>
            <a:xfrm>
              <a:off x="0" y="0"/>
              <a:ext cx="10022021" cy="9446043"/>
            </a:xfrm>
            <a:custGeom>
              <a:avLst/>
              <a:gdLst/>
              <a:ahLst/>
              <a:cxnLst/>
              <a:rect l="l" t="t" r="r" b="b"/>
              <a:pathLst>
                <a:path w="10022021" h="9446043">
                  <a:moveTo>
                    <a:pt x="0" y="0"/>
                  </a:moveTo>
                  <a:lnTo>
                    <a:pt x="10022021" y="0"/>
                  </a:lnTo>
                  <a:lnTo>
                    <a:pt x="10022021" y="9446043"/>
                  </a:lnTo>
                  <a:lnTo>
                    <a:pt x="0" y="9446043"/>
                  </a:lnTo>
                  <a:lnTo>
                    <a:pt x="0" y="0"/>
                  </a:lnTo>
                  <a:close/>
                </a:path>
              </a:pathLst>
            </a:custGeom>
            <a:blipFill>
              <a:blip r:embed="rId3">
                <a:alphaModFix amt="5000"/>
              </a:blip>
              <a:stretch>
                <a:fillRect/>
              </a:stretch>
            </a:blipFill>
          </p:spPr>
          <p:txBody>
            <a:bodyPr/>
            <a:lstStyle/>
            <a:p>
              <a:endParaRPr lang="en-PH"/>
            </a:p>
          </p:txBody>
        </p:sp>
        <p:sp>
          <p:nvSpPr>
            <p:cNvPr id="5" name="Freeform 5">
              <a:extLst>
                <a:ext uri="{FF2B5EF4-FFF2-40B4-BE49-F238E27FC236}">
                  <a16:creationId xmlns:a16="http://schemas.microsoft.com/office/drawing/2014/main" id="{B3F28D62-1353-3420-4C7A-426B8A2AA4D8}"/>
                </a:ext>
              </a:extLst>
            </p:cNvPr>
            <p:cNvSpPr/>
            <p:nvPr/>
          </p:nvSpPr>
          <p:spPr>
            <a:xfrm>
              <a:off x="0" y="0"/>
              <a:ext cx="10022021" cy="9446043"/>
            </a:xfrm>
            <a:custGeom>
              <a:avLst/>
              <a:gdLst/>
              <a:ahLst/>
              <a:cxnLst/>
              <a:rect l="l" t="t" r="r" b="b"/>
              <a:pathLst>
                <a:path w="10022021" h="9446043">
                  <a:moveTo>
                    <a:pt x="0" y="0"/>
                  </a:moveTo>
                  <a:lnTo>
                    <a:pt x="10022021" y="0"/>
                  </a:lnTo>
                  <a:lnTo>
                    <a:pt x="10022021" y="9446043"/>
                  </a:lnTo>
                  <a:lnTo>
                    <a:pt x="0" y="9446043"/>
                  </a:lnTo>
                  <a:lnTo>
                    <a:pt x="0" y="0"/>
                  </a:lnTo>
                  <a:close/>
                </a:path>
              </a:pathLst>
            </a:custGeom>
            <a:blipFill>
              <a:blip r:embed="rId3">
                <a:alphaModFix amt="5000"/>
              </a:blip>
              <a:stretch>
                <a:fillRect/>
              </a:stretch>
            </a:blipFill>
          </p:spPr>
          <p:txBody>
            <a:bodyPr/>
            <a:lstStyle/>
            <a:p>
              <a:endParaRPr lang="en-PH"/>
            </a:p>
          </p:txBody>
        </p:sp>
      </p:grpSp>
      <p:sp>
        <p:nvSpPr>
          <p:cNvPr id="20" name="Freeform 20">
            <a:extLst>
              <a:ext uri="{FF2B5EF4-FFF2-40B4-BE49-F238E27FC236}">
                <a16:creationId xmlns:a16="http://schemas.microsoft.com/office/drawing/2014/main" id="{492A1DA7-C983-8238-FC54-A7BDF871F2A8}"/>
              </a:ext>
            </a:extLst>
          </p:cNvPr>
          <p:cNvSpPr/>
          <p:nvPr/>
        </p:nvSpPr>
        <p:spPr>
          <a:xfrm>
            <a:off x="16022831" y="9062992"/>
            <a:ext cx="2228298" cy="1222779"/>
          </a:xfrm>
          <a:custGeom>
            <a:avLst/>
            <a:gdLst/>
            <a:ahLst/>
            <a:cxnLst/>
            <a:rect l="l" t="t" r="r" b="b"/>
            <a:pathLst>
              <a:path w="2228298" h="1222779">
                <a:moveTo>
                  <a:pt x="0" y="0"/>
                </a:moveTo>
                <a:lnTo>
                  <a:pt x="2228298" y="0"/>
                </a:lnTo>
                <a:lnTo>
                  <a:pt x="2228298" y="1222779"/>
                </a:lnTo>
                <a:lnTo>
                  <a:pt x="0" y="122277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PH"/>
          </a:p>
        </p:txBody>
      </p:sp>
      <p:pic>
        <p:nvPicPr>
          <p:cNvPr id="19" name="Picture 18" descr="A blue and orange square&#10;&#10;Description automatically generated">
            <a:extLst>
              <a:ext uri="{FF2B5EF4-FFF2-40B4-BE49-F238E27FC236}">
                <a16:creationId xmlns:a16="http://schemas.microsoft.com/office/drawing/2014/main" id="{7746BA3D-0903-F836-7B7D-AF1268CFC0A4}"/>
              </a:ext>
            </a:extLst>
          </p:cNvPr>
          <p:cNvPicPr>
            <a:picLocks noChangeAspect="1"/>
          </p:cNvPicPr>
          <p:nvPr/>
        </p:nvPicPr>
        <p:blipFill rotWithShape="1">
          <a:blip r:embed="rId6" cstate="print">
            <a:alphaModFix amt="50000"/>
            <a:extLst>
              <a:ext uri="{28A0092B-C50C-407E-A947-70E740481C1C}">
                <a14:useLocalDpi xmlns:a14="http://schemas.microsoft.com/office/drawing/2010/main" val="0"/>
              </a:ext>
            </a:extLst>
          </a:blip>
          <a:srcRect l="10012"/>
          <a:stretch/>
        </p:blipFill>
        <p:spPr>
          <a:xfrm>
            <a:off x="-11723" y="0"/>
            <a:ext cx="18251129" cy="2095500"/>
          </a:xfrm>
          <a:prstGeom prst="rect">
            <a:avLst/>
          </a:prstGeom>
        </p:spPr>
      </p:pic>
      <p:sp>
        <p:nvSpPr>
          <p:cNvPr id="21" name="TextBox 28">
            <a:extLst>
              <a:ext uri="{FF2B5EF4-FFF2-40B4-BE49-F238E27FC236}">
                <a16:creationId xmlns:a16="http://schemas.microsoft.com/office/drawing/2014/main" id="{9BF8DDE5-39EA-D88D-1000-07ACDEF22537}"/>
              </a:ext>
            </a:extLst>
          </p:cNvPr>
          <p:cNvSpPr txBox="1"/>
          <p:nvPr/>
        </p:nvSpPr>
        <p:spPr>
          <a:xfrm>
            <a:off x="749993" y="-15883"/>
            <a:ext cx="16381125" cy="1399037"/>
          </a:xfrm>
          <a:prstGeom prst="rect">
            <a:avLst/>
          </a:prstGeom>
        </p:spPr>
        <p:txBody>
          <a:bodyPr wrap="square" lIns="0" tIns="0" rIns="0" bIns="0" rtlCol="0" anchor="t">
            <a:spAutoFit/>
          </a:bodyPr>
          <a:lstStyle/>
          <a:p>
            <a:pPr>
              <a:lnSpc>
                <a:spcPts val="12857"/>
              </a:lnSpc>
            </a:pPr>
            <a:r>
              <a:rPr lang="en-US" sz="4800" i="1" spc="-360" dirty="0">
                <a:ln>
                  <a:solidFill>
                    <a:schemeClr val="tx1"/>
                  </a:solidFill>
                </a:ln>
                <a:solidFill>
                  <a:schemeClr val="bg1"/>
                </a:solidFill>
                <a:latin typeface="Consolas" panose="020B0609020204030204" pitchFamily="49" charset="0"/>
                <a:ea typeface="Cambria" panose="02040503050406030204" pitchFamily="18" charset="0"/>
              </a:rPr>
              <a:t>Input Operation</a:t>
            </a:r>
          </a:p>
        </p:txBody>
      </p:sp>
      <p:sp>
        <p:nvSpPr>
          <p:cNvPr id="6" name="TextBox 5">
            <a:extLst>
              <a:ext uri="{FF2B5EF4-FFF2-40B4-BE49-F238E27FC236}">
                <a16:creationId xmlns:a16="http://schemas.microsoft.com/office/drawing/2014/main" id="{E08D88D9-DD3B-1103-2ACB-470545B0DEB9}"/>
              </a:ext>
            </a:extLst>
          </p:cNvPr>
          <p:cNvSpPr txBox="1"/>
          <p:nvPr/>
        </p:nvSpPr>
        <p:spPr>
          <a:xfrm>
            <a:off x="463773" y="2159217"/>
            <a:ext cx="16953563" cy="6863417"/>
          </a:xfrm>
          <a:prstGeom prst="rect">
            <a:avLst/>
          </a:prstGeom>
          <a:noFill/>
        </p:spPr>
        <p:txBody>
          <a:bodyPr wrap="square">
            <a:spAutoFit/>
          </a:bodyPr>
          <a:lstStyle/>
          <a:p>
            <a:pPr algn="just"/>
            <a:r>
              <a:rPr lang="en-US" sz="4000" dirty="0">
                <a:latin typeface="Consolas" panose="020B0609020204030204" pitchFamily="49" charset="0"/>
              </a:rPr>
              <a:t>The input() function pauses the program and waits for the user to type something. Whatever the user types is stored as a </a:t>
            </a:r>
            <a:r>
              <a:rPr lang="en-US" sz="4000" b="1" dirty="0">
                <a:latin typeface="Consolas" panose="020B0609020204030204" pitchFamily="49" charset="0"/>
              </a:rPr>
              <a:t>string (text)</a:t>
            </a:r>
            <a:r>
              <a:rPr lang="en-US" sz="4000" dirty="0">
                <a:latin typeface="Consolas" panose="020B0609020204030204" pitchFamily="49" charset="0"/>
              </a:rPr>
              <a:t>. We can convert input into other data types (e.g., int, float) when needed.</a:t>
            </a:r>
          </a:p>
          <a:p>
            <a:pPr algn="just"/>
            <a:endParaRPr lang="en-US" sz="4000" dirty="0">
              <a:latin typeface="Consolas" panose="020B0609020204030204" pitchFamily="49" charset="0"/>
            </a:endParaRPr>
          </a:p>
          <a:p>
            <a:pPr algn="just"/>
            <a:r>
              <a:rPr lang="en-US" sz="4000" dirty="0">
                <a:latin typeface="Consolas" panose="020B0609020204030204" pitchFamily="49" charset="0"/>
              </a:rPr>
              <a:t>Default Behavior: Input is always treated as a string.</a:t>
            </a:r>
          </a:p>
          <a:p>
            <a:pPr algn="just"/>
            <a:r>
              <a:rPr lang="en-US" sz="4000" dirty="0">
                <a:latin typeface="Consolas" panose="020B0609020204030204" pitchFamily="49" charset="0"/>
              </a:rPr>
              <a:t>x = input("Enter a number: ")</a:t>
            </a:r>
          </a:p>
          <a:p>
            <a:pPr algn="just"/>
            <a:r>
              <a:rPr lang="en-US" sz="4000" dirty="0">
                <a:latin typeface="Consolas" panose="020B0609020204030204" pitchFamily="49" charset="0"/>
              </a:rPr>
              <a:t>print(x + x)</a:t>
            </a:r>
          </a:p>
          <a:p>
            <a:pPr algn="just"/>
            <a:endParaRPr lang="en-US" sz="4000" dirty="0">
              <a:latin typeface="Consolas" panose="020B0609020204030204" pitchFamily="49" charset="0"/>
            </a:endParaRPr>
          </a:p>
          <a:p>
            <a:pPr algn="just"/>
            <a:r>
              <a:rPr lang="en-US" sz="4000" dirty="0">
                <a:latin typeface="Consolas" panose="020B0609020204030204" pitchFamily="49" charset="0"/>
              </a:rPr>
              <a:t>If the user types 5, the output is 55 (because it is treated as text, not a number).</a:t>
            </a:r>
          </a:p>
        </p:txBody>
      </p:sp>
    </p:spTree>
    <p:extLst>
      <p:ext uri="{BB962C8B-B14F-4D97-AF65-F5344CB8AC3E}">
        <p14:creationId xmlns:p14="http://schemas.microsoft.com/office/powerpoint/2010/main" val="347525788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274939-E789-CB7C-DC6A-09FF6880C23F}"/>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D0A1F30E-618F-1725-2D70-85114336259C}"/>
              </a:ext>
            </a:extLst>
          </p:cNvPr>
          <p:cNvGrpSpPr/>
          <p:nvPr/>
        </p:nvGrpSpPr>
        <p:grpSpPr>
          <a:xfrm>
            <a:off x="15240000" y="7086600"/>
            <a:ext cx="3200400" cy="3200400"/>
            <a:chOff x="0" y="0"/>
            <a:chExt cx="10022021" cy="9446043"/>
          </a:xfrm>
        </p:grpSpPr>
        <p:sp>
          <p:nvSpPr>
            <p:cNvPr id="3" name="Freeform 3">
              <a:extLst>
                <a:ext uri="{FF2B5EF4-FFF2-40B4-BE49-F238E27FC236}">
                  <a16:creationId xmlns:a16="http://schemas.microsoft.com/office/drawing/2014/main" id="{9EF4F63A-191B-594B-FFAD-E6CA3B12D23D}"/>
                </a:ext>
              </a:extLst>
            </p:cNvPr>
            <p:cNvSpPr/>
            <p:nvPr/>
          </p:nvSpPr>
          <p:spPr>
            <a:xfrm>
              <a:off x="0" y="0"/>
              <a:ext cx="10022021" cy="9446043"/>
            </a:xfrm>
            <a:custGeom>
              <a:avLst/>
              <a:gdLst/>
              <a:ahLst/>
              <a:cxnLst/>
              <a:rect l="l" t="t" r="r" b="b"/>
              <a:pathLst>
                <a:path w="10022021" h="9446043">
                  <a:moveTo>
                    <a:pt x="0" y="0"/>
                  </a:moveTo>
                  <a:lnTo>
                    <a:pt x="10022021" y="0"/>
                  </a:lnTo>
                  <a:lnTo>
                    <a:pt x="10022021" y="9446043"/>
                  </a:lnTo>
                  <a:lnTo>
                    <a:pt x="0" y="9446043"/>
                  </a:lnTo>
                  <a:lnTo>
                    <a:pt x="0" y="0"/>
                  </a:lnTo>
                  <a:close/>
                </a:path>
              </a:pathLst>
            </a:custGeom>
            <a:blipFill>
              <a:blip r:embed="rId3">
                <a:alphaModFix amt="5000"/>
              </a:blip>
              <a:stretch>
                <a:fillRect/>
              </a:stretch>
            </a:blipFill>
          </p:spPr>
          <p:txBody>
            <a:bodyPr/>
            <a:lstStyle/>
            <a:p>
              <a:endParaRPr lang="en-PH"/>
            </a:p>
          </p:txBody>
        </p:sp>
        <p:sp>
          <p:nvSpPr>
            <p:cNvPr id="4" name="Freeform 4">
              <a:extLst>
                <a:ext uri="{FF2B5EF4-FFF2-40B4-BE49-F238E27FC236}">
                  <a16:creationId xmlns:a16="http://schemas.microsoft.com/office/drawing/2014/main" id="{B06E0162-19DF-3B66-FA5F-B872DE895FD0}"/>
                </a:ext>
              </a:extLst>
            </p:cNvPr>
            <p:cNvSpPr/>
            <p:nvPr/>
          </p:nvSpPr>
          <p:spPr>
            <a:xfrm>
              <a:off x="0" y="0"/>
              <a:ext cx="10022021" cy="9446043"/>
            </a:xfrm>
            <a:custGeom>
              <a:avLst/>
              <a:gdLst/>
              <a:ahLst/>
              <a:cxnLst/>
              <a:rect l="l" t="t" r="r" b="b"/>
              <a:pathLst>
                <a:path w="10022021" h="9446043">
                  <a:moveTo>
                    <a:pt x="0" y="0"/>
                  </a:moveTo>
                  <a:lnTo>
                    <a:pt x="10022021" y="0"/>
                  </a:lnTo>
                  <a:lnTo>
                    <a:pt x="10022021" y="9446043"/>
                  </a:lnTo>
                  <a:lnTo>
                    <a:pt x="0" y="9446043"/>
                  </a:lnTo>
                  <a:lnTo>
                    <a:pt x="0" y="0"/>
                  </a:lnTo>
                  <a:close/>
                </a:path>
              </a:pathLst>
            </a:custGeom>
            <a:blipFill>
              <a:blip r:embed="rId3">
                <a:alphaModFix amt="5000"/>
              </a:blip>
              <a:stretch>
                <a:fillRect/>
              </a:stretch>
            </a:blipFill>
          </p:spPr>
          <p:txBody>
            <a:bodyPr/>
            <a:lstStyle/>
            <a:p>
              <a:endParaRPr lang="en-PH"/>
            </a:p>
          </p:txBody>
        </p:sp>
        <p:sp>
          <p:nvSpPr>
            <p:cNvPr id="5" name="Freeform 5">
              <a:extLst>
                <a:ext uri="{FF2B5EF4-FFF2-40B4-BE49-F238E27FC236}">
                  <a16:creationId xmlns:a16="http://schemas.microsoft.com/office/drawing/2014/main" id="{7385CEB8-219A-2BCA-DFCC-2FC722DAD1F9}"/>
                </a:ext>
              </a:extLst>
            </p:cNvPr>
            <p:cNvSpPr/>
            <p:nvPr/>
          </p:nvSpPr>
          <p:spPr>
            <a:xfrm>
              <a:off x="0" y="0"/>
              <a:ext cx="10022021" cy="9446043"/>
            </a:xfrm>
            <a:custGeom>
              <a:avLst/>
              <a:gdLst/>
              <a:ahLst/>
              <a:cxnLst/>
              <a:rect l="l" t="t" r="r" b="b"/>
              <a:pathLst>
                <a:path w="10022021" h="9446043">
                  <a:moveTo>
                    <a:pt x="0" y="0"/>
                  </a:moveTo>
                  <a:lnTo>
                    <a:pt x="10022021" y="0"/>
                  </a:lnTo>
                  <a:lnTo>
                    <a:pt x="10022021" y="9446043"/>
                  </a:lnTo>
                  <a:lnTo>
                    <a:pt x="0" y="9446043"/>
                  </a:lnTo>
                  <a:lnTo>
                    <a:pt x="0" y="0"/>
                  </a:lnTo>
                  <a:close/>
                </a:path>
              </a:pathLst>
            </a:custGeom>
            <a:blipFill>
              <a:blip r:embed="rId3">
                <a:alphaModFix amt="5000"/>
              </a:blip>
              <a:stretch>
                <a:fillRect/>
              </a:stretch>
            </a:blipFill>
          </p:spPr>
          <p:txBody>
            <a:bodyPr/>
            <a:lstStyle/>
            <a:p>
              <a:endParaRPr lang="en-PH"/>
            </a:p>
          </p:txBody>
        </p:sp>
      </p:grpSp>
      <p:sp>
        <p:nvSpPr>
          <p:cNvPr id="20" name="Freeform 20">
            <a:extLst>
              <a:ext uri="{FF2B5EF4-FFF2-40B4-BE49-F238E27FC236}">
                <a16:creationId xmlns:a16="http://schemas.microsoft.com/office/drawing/2014/main" id="{D271E206-F773-7F9F-2CBE-9D00969B3D1C}"/>
              </a:ext>
            </a:extLst>
          </p:cNvPr>
          <p:cNvSpPr/>
          <p:nvPr/>
        </p:nvSpPr>
        <p:spPr>
          <a:xfrm>
            <a:off x="16022831" y="9062992"/>
            <a:ext cx="2228298" cy="1222779"/>
          </a:xfrm>
          <a:custGeom>
            <a:avLst/>
            <a:gdLst/>
            <a:ahLst/>
            <a:cxnLst/>
            <a:rect l="l" t="t" r="r" b="b"/>
            <a:pathLst>
              <a:path w="2228298" h="1222779">
                <a:moveTo>
                  <a:pt x="0" y="0"/>
                </a:moveTo>
                <a:lnTo>
                  <a:pt x="2228298" y="0"/>
                </a:lnTo>
                <a:lnTo>
                  <a:pt x="2228298" y="1222779"/>
                </a:lnTo>
                <a:lnTo>
                  <a:pt x="0" y="122277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PH"/>
          </a:p>
        </p:txBody>
      </p:sp>
      <p:pic>
        <p:nvPicPr>
          <p:cNvPr id="19" name="Picture 18" descr="A blue and orange square&#10;&#10;Description automatically generated">
            <a:extLst>
              <a:ext uri="{FF2B5EF4-FFF2-40B4-BE49-F238E27FC236}">
                <a16:creationId xmlns:a16="http://schemas.microsoft.com/office/drawing/2014/main" id="{9327DE00-0136-F912-46E0-1346564B53A5}"/>
              </a:ext>
            </a:extLst>
          </p:cNvPr>
          <p:cNvPicPr>
            <a:picLocks noChangeAspect="1"/>
          </p:cNvPicPr>
          <p:nvPr/>
        </p:nvPicPr>
        <p:blipFill rotWithShape="1">
          <a:blip r:embed="rId6" cstate="print">
            <a:alphaModFix amt="50000"/>
            <a:extLst>
              <a:ext uri="{28A0092B-C50C-407E-A947-70E740481C1C}">
                <a14:useLocalDpi xmlns:a14="http://schemas.microsoft.com/office/drawing/2010/main" val="0"/>
              </a:ext>
            </a:extLst>
          </a:blip>
          <a:srcRect l="10012"/>
          <a:stretch/>
        </p:blipFill>
        <p:spPr>
          <a:xfrm>
            <a:off x="-11723" y="0"/>
            <a:ext cx="18251129" cy="2095500"/>
          </a:xfrm>
          <a:prstGeom prst="rect">
            <a:avLst/>
          </a:prstGeom>
        </p:spPr>
      </p:pic>
      <p:sp>
        <p:nvSpPr>
          <p:cNvPr id="21" name="TextBox 28">
            <a:extLst>
              <a:ext uri="{FF2B5EF4-FFF2-40B4-BE49-F238E27FC236}">
                <a16:creationId xmlns:a16="http://schemas.microsoft.com/office/drawing/2014/main" id="{148D8750-C2D2-7C42-8D3B-5FAEB15484D3}"/>
              </a:ext>
            </a:extLst>
          </p:cNvPr>
          <p:cNvSpPr txBox="1"/>
          <p:nvPr/>
        </p:nvSpPr>
        <p:spPr>
          <a:xfrm>
            <a:off x="749993" y="-15883"/>
            <a:ext cx="16381125" cy="1399037"/>
          </a:xfrm>
          <a:prstGeom prst="rect">
            <a:avLst/>
          </a:prstGeom>
        </p:spPr>
        <p:txBody>
          <a:bodyPr wrap="square" lIns="0" tIns="0" rIns="0" bIns="0" rtlCol="0" anchor="t">
            <a:spAutoFit/>
          </a:bodyPr>
          <a:lstStyle/>
          <a:p>
            <a:pPr>
              <a:lnSpc>
                <a:spcPts val="12857"/>
              </a:lnSpc>
            </a:pPr>
            <a:r>
              <a:rPr lang="en-US" sz="4800" i="1" spc="-360" dirty="0">
                <a:ln>
                  <a:solidFill>
                    <a:schemeClr val="tx1"/>
                  </a:solidFill>
                </a:ln>
                <a:solidFill>
                  <a:schemeClr val="bg1"/>
                </a:solidFill>
                <a:latin typeface="Consolas" panose="020B0609020204030204" pitchFamily="49" charset="0"/>
                <a:ea typeface="Cambria" panose="02040503050406030204" pitchFamily="18" charset="0"/>
              </a:rPr>
              <a:t>Input Operation</a:t>
            </a:r>
          </a:p>
        </p:txBody>
      </p:sp>
      <p:sp>
        <p:nvSpPr>
          <p:cNvPr id="6" name="TextBox 5">
            <a:extLst>
              <a:ext uri="{FF2B5EF4-FFF2-40B4-BE49-F238E27FC236}">
                <a16:creationId xmlns:a16="http://schemas.microsoft.com/office/drawing/2014/main" id="{7D5E772A-4BFE-C0DA-D20C-64BFFFEF2A96}"/>
              </a:ext>
            </a:extLst>
          </p:cNvPr>
          <p:cNvSpPr txBox="1"/>
          <p:nvPr/>
        </p:nvSpPr>
        <p:spPr>
          <a:xfrm>
            <a:off x="463773" y="2159217"/>
            <a:ext cx="16953563" cy="7478970"/>
          </a:xfrm>
          <a:prstGeom prst="rect">
            <a:avLst/>
          </a:prstGeom>
          <a:noFill/>
        </p:spPr>
        <p:txBody>
          <a:bodyPr wrap="square">
            <a:spAutoFit/>
          </a:bodyPr>
          <a:lstStyle/>
          <a:p>
            <a:pPr algn="just"/>
            <a:r>
              <a:rPr lang="en-US" sz="4000" dirty="0">
                <a:latin typeface="Consolas" panose="020B0609020204030204" pitchFamily="49" charset="0"/>
              </a:rPr>
              <a:t>Example 1: Basic Input </a:t>
            </a:r>
          </a:p>
          <a:p>
            <a:pPr algn="just"/>
            <a:r>
              <a:rPr lang="en-US" sz="4000" dirty="0">
                <a:latin typeface="Consolas" panose="020B0609020204030204" pitchFamily="49" charset="0"/>
              </a:rPr>
              <a:t>name = input("Enter your name: ")</a:t>
            </a:r>
          </a:p>
          <a:p>
            <a:pPr algn="just"/>
            <a:r>
              <a:rPr lang="en-US" sz="4000" dirty="0">
                <a:latin typeface="Consolas" panose="020B0609020204030204" pitchFamily="49" charset="0"/>
              </a:rPr>
              <a:t>print("Hello,", name)</a:t>
            </a:r>
          </a:p>
          <a:p>
            <a:pPr algn="just"/>
            <a:endParaRPr lang="en-US" sz="4000" dirty="0">
              <a:latin typeface="Consolas" panose="020B0609020204030204" pitchFamily="49" charset="0"/>
            </a:endParaRPr>
          </a:p>
          <a:p>
            <a:pPr algn="just"/>
            <a:r>
              <a:rPr lang="en-US" sz="4000" dirty="0">
                <a:latin typeface="Consolas" panose="020B0609020204030204" pitchFamily="49" charset="0"/>
              </a:rPr>
              <a:t>Example 2: Integer input</a:t>
            </a:r>
          </a:p>
          <a:p>
            <a:pPr algn="just"/>
            <a:r>
              <a:rPr lang="en-US" sz="4000" dirty="0">
                <a:latin typeface="Consolas" panose="020B0609020204030204" pitchFamily="49" charset="0"/>
              </a:rPr>
              <a:t>age = int(input("Enter your age: "))</a:t>
            </a:r>
          </a:p>
          <a:p>
            <a:pPr algn="just"/>
            <a:r>
              <a:rPr lang="en-US" sz="4000" dirty="0">
                <a:latin typeface="Consolas" panose="020B0609020204030204" pitchFamily="49" charset="0"/>
              </a:rPr>
              <a:t>print("Next year, you will be", age + 1)</a:t>
            </a:r>
          </a:p>
          <a:p>
            <a:pPr algn="just"/>
            <a:endParaRPr lang="en-US" sz="4000" dirty="0">
              <a:latin typeface="Consolas" panose="020B0609020204030204" pitchFamily="49" charset="0"/>
            </a:endParaRPr>
          </a:p>
          <a:p>
            <a:pPr algn="just"/>
            <a:r>
              <a:rPr lang="en-US" sz="4000" dirty="0">
                <a:latin typeface="Consolas" panose="020B0609020204030204" pitchFamily="49" charset="0"/>
              </a:rPr>
              <a:t>Example 3: float input</a:t>
            </a:r>
          </a:p>
          <a:p>
            <a:pPr algn="just"/>
            <a:r>
              <a:rPr lang="en-US" sz="4000" dirty="0" err="1">
                <a:latin typeface="Consolas" panose="020B0609020204030204" pitchFamily="49" charset="0"/>
              </a:rPr>
              <a:t>pi_guess</a:t>
            </a:r>
            <a:r>
              <a:rPr lang="en-US" sz="4000" dirty="0">
                <a:latin typeface="Consolas" panose="020B0609020204030204" pitchFamily="49" charset="0"/>
              </a:rPr>
              <a:t> = float(input("Enter your guess for pi: "))</a:t>
            </a:r>
          </a:p>
          <a:p>
            <a:pPr algn="just"/>
            <a:r>
              <a:rPr lang="en-US" sz="4000" dirty="0">
                <a:latin typeface="Consolas" panose="020B0609020204030204" pitchFamily="49" charset="0"/>
              </a:rPr>
              <a:t>print("Your guess is:", </a:t>
            </a:r>
            <a:r>
              <a:rPr lang="en-US" sz="4000" dirty="0" err="1">
                <a:latin typeface="Consolas" panose="020B0609020204030204" pitchFamily="49" charset="0"/>
              </a:rPr>
              <a:t>pi_guess</a:t>
            </a:r>
            <a:r>
              <a:rPr lang="en-US" sz="4000" dirty="0">
                <a:latin typeface="Consolas" panose="020B0609020204030204" pitchFamily="49" charset="0"/>
              </a:rPr>
              <a:t>)</a:t>
            </a:r>
          </a:p>
          <a:p>
            <a:pPr algn="just"/>
            <a:endParaRPr lang="en-US" sz="4000" dirty="0">
              <a:latin typeface="Consolas" panose="020B0609020204030204" pitchFamily="49" charset="0"/>
            </a:endParaRPr>
          </a:p>
        </p:txBody>
      </p:sp>
    </p:spTree>
    <p:extLst>
      <p:ext uri="{BB962C8B-B14F-4D97-AF65-F5344CB8AC3E}">
        <p14:creationId xmlns:p14="http://schemas.microsoft.com/office/powerpoint/2010/main" val="188340472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948EC4-5E09-3F6B-E5F4-7B9FC8F08B66}"/>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32E8BD83-034C-42AB-EA38-3A20AFE91D69}"/>
              </a:ext>
            </a:extLst>
          </p:cNvPr>
          <p:cNvGrpSpPr/>
          <p:nvPr/>
        </p:nvGrpSpPr>
        <p:grpSpPr>
          <a:xfrm>
            <a:off x="15240000" y="7086600"/>
            <a:ext cx="3200400" cy="3200400"/>
            <a:chOff x="0" y="0"/>
            <a:chExt cx="10022021" cy="9446043"/>
          </a:xfrm>
        </p:grpSpPr>
        <p:sp>
          <p:nvSpPr>
            <p:cNvPr id="3" name="Freeform 3">
              <a:extLst>
                <a:ext uri="{FF2B5EF4-FFF2-40B4-BE49-F238E27FC236}">
                  <a16:creationId xmlns:a16="http://schemas.microsoft.com/office/drawing/2014/main" id="{F74F682C-DA46-AB83-4815-A2FB5DDA2831}"/>
                </a:ext>
              </a:extLst>
            </p:cNvPr>
            <p:cNvSpPr/>
            <p:nvPr/>
          </p:nvSpPr>
          <p:spPr>
            <a:xfrm>
              <a:off x="0" y="0"/>
              <a:ext cx="10022021" cy="9446043"/>
            </a:xfrm>
            <a:custGeom>
              <a:avLst/>
              <a:gdLst/>
              <a:ahLst/>
              <a:cxnLst/>
              <a:rect l="l" t="t" r="r" b="b"/>
              <a:pathLst>
                <a:path w="10022021" h="9446043">
                  <a:moveTo>
                    <a:pt x="0" y="0"/>
                  </a:moveTo>
                  <a:lnTo>
                    <a:pt x="10022021" y="0"/>
                  </a:lnTo>
                  <a:lnTo>
                    <a:pt x="10022021" y="9446043"/>
                  </a:lnTo>
                  <a:lnTo>
                    <a:pt x="0" y="9446043"/>
                  </a:lnTo>
                  <a:lnTo>
                    <a:pt x="0" y="0"/>
                  </a:lnTo>
                  <a:close/>
                </a:path>
              </a:pathLst>
            </a:custGeom>
            <a:blipFill>
              <a:blip r:embed="rId3">
                <a:alphaModFix amt="5000"/>
              </a:blip>
              <a:stretch>
                <a:fillRect/>
              </a:stretch>
            </a:blipFill>
          </p:spPr>
          <p:txBody>
            <a:bodyPr/>
            <a:lstStyle/>
            <a:p>
              <a:endParaRPr lang="en-PH"/>
            </a:p>
          </p:txBody>
        </p:sp>
        <p:sp>
          <p:nvSpPr>
            <p:cNvPr id="4" name="Freeform 4">
              <a:extLst>
                <a:ext uri="{FF2B5EF4-FFF2-40B4-BE49-F238E27FC236}">
                  <a16:creationId xmlns:a16="http://schemas.microsoft.com/office/drawing/2014/main" id="{C5D867DD-0A3C-E001-96C0-3F7E248CC2F6}"/>
                </a:ext>
              </a:extLst>
            </p:cNvPr>
            <p:cNvSpPr/>
            <p:nvPr/>
          </p:nvSpPr>
          <p:spPr>
            <a:xfrm>
              <a:off x="0" y="0"/>
              <a:ext cx="10022021" cy="9446043"/>
            </a:xfrm>
            <a:custGeom>
              <a:avLst/>
              <a:gdLst/>
              <a:ahLst/>
              <a:cxnLst/>
              <a:rect l="l" t="t" r="r" b="b"/>
              <a:pathLst>
                <a:path w="10022021" h="9446043">
                  <a:moveTo>
                    <a:pt x="0" y="0"/>
                  </a:moveTo>
                  <a:lnTo>
                    <a:pt x="10022021" y="0"/>
                  </a:lnTo>
                  <a:lnTo>
                    <a:pt x="10022021" y="9446043"/>
                  </a:lnTo>
                  <a:lnTo>
                    <a:pt x="0" y="9446043"/>
                  </a:lnTo>
                  <a:lnTo>
                    <a:pt x="0" y="0"/>
                  </a:lnTo>
                  <a:close/>
                </a:path>
              </a:pathLst>
            </a:custGeom>
            <a:blipFill>
              <a:blip r:embed="rId3">
                <a:alphaModFix amt="5000"/>
              </a:blip>
              <a:stretch>
                <a:fillRect/>
              </a:stretch>
            </a:blipFill>
          </p:spPr>
          <p:txBody>
            <a:bodyPr/>
            <a:lstStyle/>
            <a:p>
              <a:endParaRPr lang="en-PH"/>
            </a:p>
          </p:txBody>
        </p:sp>
        <p:sp>
          <p:nvSpPr>
            <p:cNvPr id="5" name="Freeform 5">
              <a:extLst>
                <a:ext uri="{FF2B5EF4-FFF2-40B4-BE49-F238E27FC236}">
                  <a16:creationId xmlns:a16="http://schemas.microsoft.com/office/drawing/2014/main" id="{B021B283-3A8D-2587-2D5C-5D37AFD96B8A}"/>
                </a:ext>
              </a:extLst>
            </p:cNvPr>
            <p:cNvSpPr/>
            <p:nvPr/>
          </p:nvSpPr>
          <p:spPr>
            <a:xfrm>
              <a:off x="0" y="0"/>
              <a:ext cx="10022021" cy="9446043"/>
            </a:xfrm>
            <a:custGeom>
              <a:avLst/>
              <a:gdLst/>
              <a:ahLst/>
              <a:cxnLst/>
              <a:rect l="l" t="t" r="r" b="b"/>
              <a:pathLst>
                <a:path w="10022021" h="9446043">
                  <a:moveTo>
                    <a:pt x="0" y="0"/>
                  </a:moveTo>
                  <a:lnTo>
                    <a:pt x="10022021" y="0"/>
                  </a:lnTo>
                  <a:lnTo>
                    <a:pt x="10022021" y="9446043"/>
                  </a:lnTo>
                  <a:lnTo>
                    <a:pt x="0" y="9446043"/>
                  </a:lnTo>
                  <a:lnTo>
                    <a:pt x="0" y="0"/>
                  </a:lnTo>
                  <a:close/>
                </a:path>
              </a:pathLst>
            </a:custGeom>
            <a:blipFill>
              <a:blip r:embed="rId3">
                <a:alphaModFix amt="5000"/>
              </a:blip>
              <a:stretch>
                <a:fillRect/>
              </a:stretch>
            </a:blipFill>
          </p:spPr>
          <p:txBody>
            <a:bodyPr/>
            <a:lstStyle/>
            <a:p>
              <a:endParaRPr lang="en-PH"/>
            </a:p>
          </p:txBody>
        </p:sp>
      </p:grpSp>
      <p:sp>
        <p:nvSpPr>
          <p:cNvPr id="20" name="Freeform 20">
            <a:extLst>
              <a:ext uri="{FF2B5EF4-FFF2-40B4-BE49-F238E27FC236}">
                <a16:creationId xmlns:a16="http://schemas.microsoft.com/office/drawing/2014/main" id="{959D25EF-4A44-DEF7-98F9-E8373A417ACA}"/>
              </a:ext>
            </a:extLst>
          </p:cNvPr>
          <p:cNvSpPr/>
          <p:nvPr/>
        </p:nvSpPr>
        <p:spPr>
          <a:xfrm>
            <a:off x="16022831" y="9062992"/>
            <a:ext cx="2228298" cy="1222779"/>
          </a:xfrm>
          <a:custGeom>
            <a:avLst/>
            <a:gdLst/>
            <a:ahLst/>
            <a:cxnLst/>
            <a:rect l="l" t="t" r="r" b="b"/>
            <a:pathLst>
              <a:path w="2228298" h="1222779">
                <a:moveTo>
                  <a:pt x="0" y="0"/>
                </a:moveTo>
                <a:lnTo>
                  <a:pt x="2228298" y="0"/>
                </a:lnTo>
                <a:lnTo>
                  <a:pt x="2228298" y="1222779"/>
                </a:lnTo>
                <a:lnTo>
                  <a:pt x="0" y="122277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PH"/>
          </a:p>
        </p:txBody>
      </p:sp>
      <p:pic>
        <p:nvPicPr>
          <p:cNvPr id="19" name="Picture 18" descr="A blue and orange square&#10;&#10;Description automatically generated">
            <a:extLst>
              <a:ext uri="{FF2B5EF4-FFF2-40B4-BE49-F238E27FC236}">
                <a16:creationId xmlns:a16="http://schemas.microsoft.com/office/drawing/2014/main" id="{E6F9D00C-3E01-EB10-F176-DD81212D68E2}"/>
              </a:ext>
            </a:extLst>
          </p:cNvPr>
          <p:cNvPicPr>
            <a:picLocks noChangeAspect="1"/>
          </p:cNvPicPr>
          <p:nvPr/>
        </p:nvPicPr>
        <p:blipFill rotWithShape="1">
          <a:blip r:embed="rId6" cstate="print">
            <a:alphaModFix amt="50000"/>
            <a:extLst>
              <a:ext uri="{28A0092B-C50C-407E-A947-70E740481C1C}">
                <a14:useLocalDpi xmlns:a14="http://schemas.microsoft.com/office/drawing/2010/main" val="0"/>
              </a:ext>
            </a:extLst>
          </a:blip>
          <a:srcRect l="10012"/>
          <a:stretch/>
        </p:blipFill>
        <p:spPr>
          <a:xfrm>
            <a:off x="-11723" y="0"/>
            <a:ext cx="18251129" cy="2095500"/>
          </a:xfrm>
          <a:prstGeom prst="rect">
            <a:avLst/>
          </a:prstGeom>
        </p:spPr>
      </p:pic>
      <p:sp>
        <p:nvSpPr>
          <p:cNvPr id="21" name="TextBox 28">
            <a:extLst>
              <a:ext uri="{FF2B5EF4-FFF2-40B4-BE49-F238E27FC236}">
                <a16:creationId xmlns:a16="http://schemas.microsoft.com/office/drawing/2014/main" id="{9868C375-67C4-A94C-7E4A-FBCE309114D2}"/>
              </a:ext>
            </a:extLst>
          </p:cNvPr>
          <p:cNvSpPr txBox="1"/>
          <p:nvPr/>
        </p:nvSpPr>
        <p:spPr>
          <a:xfrm>
            <a:off x="749993" y="-15883"/>
            <a:ext cx="16381125" cy="1399037"/>
          </a:xfrm>
          <a:prstGeom prst="rect">
            <a:avLst/>
          </a:prstGeom>
        </p:spPr>
        <p:txBody>
          <a:bodyPr wrap="square" lIns="0" tIns="0" rIns="0" bIns="0" rtlCol="0" anchor="t">
            <a:spAutoFit/>
          </a:bodyPr>
          <a:lstStyle/>
          <a:p>
            <a:pPr>
              <a:lnSpc>
                <a:spcPts val="12857"/>
              </a:lnSpc>
            </a:pPr>
            <a:r>
              <a:rPr lang="en-US" sz="4800" i="1" spc="-360" dirty="0">
                <a:ln>
                  <a:solidFill>
                    <a:schemeClr val="tx1"/>
                  </a:solidFill>
                </a:ln>
                <a:solidFill>
                  <a:schemeClr val="bg1"/>
                </a:solidFill>
                <a:latin typeface="Consolas" panose="020B0609020204030204" pitchFamily="49" charset="0"/>
                <a:ea typeface="Cambria" panose="02040503050406030204" pitchFamily="18" charset="0"/>
              </a:rPr>
              <a:t>Input Operation</a:t>
            </a:r>
          </a:p>
        </p:txBody>
      </p:sp>
      <p:sp>
        <p:nvSpPr>
          <p:cNvPr id="6" name="TextBox 5">
            <a:extLst>
              <a:ext uri="{FF2B5EF4-FFF2-40B4-BE49-F238E27FC236}">
                <a16:creationId xmlns:a16="http://schemas.microsoft.com/office/drawing/2014/main" id="{66C87413-6A2D-273D-1212-8B18644A1653}"/>
              </a:ext>
            </a:extLst>
          </p:cNvPr>
          <p:cNvSpPr txBox="1"/>
          <p:nvPr/>
        </p:nvSpPr>
        <p:spPr>
          <a:xfrm>
            <a:off x="463773" y="2159217"/>
            <a:ext cx="16953563" cy="3170099"/>
          </a:xfrm>
          <a:prstGeom prst="rect">
            <a:avLst/>
          </a:prstGeom>
          <a:noFill/>
        </p:spPr>
        <p:txBody>
          <a:bodyPr wrap="square">
            <a:spAutoFit/>
          </a:bodyPr>
          <a:lstStyle/>
          <a:p>
            <a:pPr algn="just"/>
            <a:r>
              <a:rPr lang="en-US" sz="4000" dirty="0">
                <a:latin typeface="Consolas" panose="020B0609020204030204" pitchFamily="49" charset="0"/>
              </a:rPr>
              <a:t>Example 4: Math problem with input</a:t>
            </a:r>
          </a:p>
          <a:p>
            <a:pPr algn="just"/>
            <a:r>
              <a:rPr lang="en-US" sz="4000" dirty="0">
                <a:latin typeface="Consolas" panose="020B0609020204030204" pitchFamily="49" charset="0"/>
              </a:rPr>
              <a:t>num1 = int(input("Enter first number: "))</a:t>
            </a:r>
          </a:p>
          <a:p>
            <a:pPr algn="just"/>
            <a:r>
              <a:rPr lang="en-US" sz="4000" dirty="0">
                <a:latin typeface="Consolas" panose="020B0609020204030204" pitchFamily="49" charset="0"/>
              </a:rPr>
              <a:t>num2 = int(input("Enter second number: "))</a:t>
            </a:r>
          </a:p>
          <a:p>
            <a:pPr algn="just"/>
            <a:r>
              <a:rPr lang="en-US" sz="4000" dirty="0">
                <a:latin typeface="Consolas" panose="020B0609020204030204" pitchFamily="49" charset="0"/>
              </a:rPr>
              <a:t>print("The sum is:", num1 + num2)</a:t>
            </a:r>
          </a:p>
          <a:p>
            <a:pPr algn="just"/>
            <a:endParaRPr lang="en-US" sz="4000" dirty="0">
              <a:latin typeface="Consolas" panose="020B0609020204030204" pitchFamily="49" charset="0"/>
            </a:endParaRPr>
          </a:p>
        </p:txBody>
      </p:sp>
    </p:spTree>
    <p:extLst>
      <p:ext uri="{BB962C8B-B14F-4D97-AF65-F5344CB8AC3E}">
        <p14:creationId xmlns:p14="http://schemas.microsoft.com/office/powerpoint/2010/main" val="292270440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BD55DC-0C2D-F13F-60A3-05192A8F032A}"/>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A4F563D3-C76A-6ED5-3FFF-14D39FAD03E7}"/>
              </a:ext>
            </a:extLst>
          </p:cNvPr>
          <p:cNvGrpSpPr/>
          <p:nvPr/>
        </p:nvGrpSpPr>
        <p:grpSpPr>
          <a:xfrm>
            <a:off x="15240000" y="7086600"/>
            <a:ext cx="3200400" cy="3200400"/>
            <a:chOff x="0" y="0"/>
            <a:chExt cx="10022021" cy="9446043"/>
          </a:xfrm>
        </p:grpSpPr>
        <p:sp>
          <p:nvSpPr>
            <p:cNvPr id="3" name="Freeform 3">
              <a:extLst>
                <a:ext uri="{FF2B5EF4-FFF2-40B4-BE49-F238E27FC236}">
                  <a16:creationId xmlns:a16="http://schemas.microsoft.com/office/drawing/2014/main" id="{4AB5DF81-79E2-9A8D-779C-CB3CBD5D89AF}"/>
                </a:ext>
              </a:extLst>
            </p:cNvPr>
            <p:cNvSpPr/>
            <p:nvPr/>
          </p:nvSpPr>
          <p:spPr>
            <a:xfrm>
              <a:off x="0" y="0"/>
              <a:ext cx="10022021" cy="9446043"/>
            </a:xfrm>
            <a:custGeom>
              <a:avLst/>
              <a:gdLst/>
              <a:ahLst/>
              <a:cxnLst/>
              <a:rect l="l" t="t" r="r" b="b"/>
              <a:pathLst>
                <a:path w="10022021" h="9446043">
                  <a:moveTo>
                    <a:pt x="0" y="0"/>
                  </a:moveTo>
                  <a:lnTo>
                    <a:pt x="10022021" y="0"/>
                  </a:lnTo>
                  <a:lnTo>
                    <a:pt x="10022021" y="9446043"/>
                  </a:lnTo>
                  <a:lnTo>
                    <a:pt x="0" y="9446043"/>
                  </a:lnTo>
                  <a:lnTo>
                    <a:pt x="0" y="0"/>
                  </a:lnTo>
                  <a:close/>
                </a:path>
              </a:pathLst>
            </a:custGeom>
            <a:blipFill>
              <a:blip r:embed="rId3">
                <a:alphaModFix amt="5000"/>
              </a:blip>
              <a:stretch>
                <a:fillRect/>
              </a:stretch>
            </a:blipFill>
          </p:spPr>
          <p:txBody>
            <a:bodyPr/>
            <a:lstStyle/>
            <a:p>
              <a:endParaRPr lang="en-PH"/>
            </a:p>
          </p:txBody>
        </p:sp>
        <p:sp>
          <p:nvSpPr>
            <p:cNvPr id="4" name="Freeform 4">
              <a:extLst>
                <a:ext uri="{FF2B5EF4-FFF2-40B4-BE49-F238E27FC236}">
                  <a16:creationId xmlns:a16="http://schemas.microsoft.com/office/drawing/2014/main" id="{D0988ED3-3A5C-DFFA-8EF8-2477CFBEFCD6}"/>
                </a:ext>
              </a:extLst>
            </p:cNvPr>
            <p:cNvSpPr/>
            <p:nvPr/>
          </p:nvSpPr>
          <p:spPr>
            <a:xfrm>
              <a:off x="0" y="0"/>
              <a:ext cx="10022021" cy="9446043"/>
            </a:xfrm>
            <a:custGeom>
              <a:avLst/>
              <a:gdLst/>
              <a:ahLst/>
              <a:cxnLst/>
              <a:rect l="l" t="t" r="r" b="b"/>
              <a:pathLst>
                <a:path w="10022021" h="9446043">
                  <a:moveTo>
                    <a:pt x="0" y="0"/>
                  </a:moveTo>
                  <a:lnTo>
                    <a:pt x="10022021" y="0"/>
                  </a:lnTo>
                  <a:lnTo>
                    <a:pt x="10022021" y="9446043"/>
                  </a:lnTo>
                  <a:lnTo>
                    <a:pt x="0" y="9446043"/>
                  </a:lnTo>
                  <a:lnTo>
                    <a:pt x="0" y="0"/>
                  </a:lnTo>
                  <a:close/>
                </a:path>
              </a:pathLst>
            </a:custGeom>
            <a:blipFill>
              <a:blip r:embed="rId3">
                <a:alphaModFix amt="5000"/>
              </a:blip>
              <a:stretch>
                <a:fillRect/>
              </a:stretch>
            </a:blipFill>
          </p:spPr>
          <p:txBody>
            <a:bodyPr/>
            <a:lstStyle/>
            <a:p>
              <a:endParaRPr lang="en-PH"/>
            </a:p>
          </p:txBody>
        </p:sp>
        <p:sp>
          <p:nvSpPr>
            <p:cNvPr id="5" name="Freeform 5">
              <a:extLst>
                <a:ext uri="{FF2B5EF4-FFF2-40B4-BE49-F238E27FC236}">
                  <a16:creationId xmlns:a16="http://schemas.microsoft.com/office/drawing/2014/main" id="{82C03088-AA5C-B42C-495E-86E07C5584EC}"/>
                </a:ext>
              </a:extLst>
            </p:cNvPr>
            <p:cNvSpPr/>
            <p:nvPr/>
          </p:nvSpPr>
          <p:spPr>
            <a:xfrm>
              <a:off x="0" y="0"/>
              <a:ext cx="10022021" cy="9446043"/>
            </a:xfrm>
            <a:custGeom>
              <a:avLst/>
              <a:gdLst/>
              <a:ahLst/>
              <a:cxnLst/>
              <a:rect l="l" t="t" r="r" b="b"/>
              <a:pathLst>
                <a:path w="10022021" h="9446043">
                  <a:moveTo>
                    <a:pt x="0" y="0"/>
                  </a:moveTo>
                  <a:lnTo>
                    <a:pt x="10022021" y="0"/>
                  </a:lnTo>
                  <a:lnTo>
                    <a:pt x="10022021" y="9446043"/>
                  </a:lnTo>
                  <a:lnTo>
                    <a:pt x="0" y="9446043"/>
                  </a:lnTo>
                  <a:lnTo>
                    <a:pt x="0" y="0"/>
                  </a:lnTo>
                  <a:close/>
                </a:path>
              </a:pathLst>
            </a:custGeom>
            <a:blipFill>
              <a:blip r:embed="rId3">
                <a:alphaModFix amt="5000"/>
              </a:blip>
              <a:stretch>
                <a:fillRect/>
              </a:stretch>
            </a:blipFill>
          </p:spPr>
          <p:txBody>
            <a:bodyPr/>
            <a:lstStyle/>
            <a:p>
              <a:endParaRPr lang="en-PH"/>
            </a:p>
          </p:txBody>
        </p:sp>
      </p:grpSp>
      <p:sp>
        <p:nvSpPr>
          <p:cNvPr id="20" name="Freeform 20">
            <a:extLst>
              <a:ext uri="{FF2B5EF4-FFF2-40B4-BE49-F238E27FC236}">
                <a16:creationId xmlns:a16="http://schemas.microsoft.com/office/drawing/2014/main" id="{F75BD575-72C0-1244-1ABC-C6957E0330A6}"/>
              </a:ext>
            </a:extLst>
          </p:cNvPr>
          <p:cNvSpPr/>
          <p:nvPr/>
        </p:nvSpPr>
        <p:spPr>
          <a:xfrm>
            <a:off x="16022831" y="9062992"/>
            <a:ext cx="2228298" cy="1222779"/>
          </a:xfrm>
          <a:custGeom>
            <a:avLst/>
            <a:gdLst/>
            <a:ahLst/>
            <a:cxnLst/>
            <a:rect l="l" t="t" r="r" b="b"/>
            <a:pathLst>
              <a:path w="2228298" h="1222779">
                <a:moveTo>
                  <a:pt x="0" y="0"/>
                </a:moveTo>
                <a:lnTo>
                  <a:pt x="2228298" y="0"/>
                </a:lnTo>
                <a:lnTo>
                  <a:pt x="2228298" y="1222779"/>
                </a:lnTo>
                <a:lnTo>
                  <a:pt x="0" y="122277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PH"/>
          </a:p>
        </p:txBody>
      </p:sp>
      <p:pic>
        <p:nvPicPr>
          <p:cNvPr id="19" name="Picture 18" descr="A blue and orange square&#10;&#10;Description automatically generated">
            <a:extLst>
              <a:ext uri="{FF2B5EF4-FFF2-40B4-BE49-F238E27FC236}">
                <a16:creationId xmlns:a16="http://schemas.microsoft.com/office/drawing/2014/main" id="{2815140B-ED46-BEEE-07B6-646B803D2C27}"/>
              </a:ext>
            </a:extLst>
          </p:cNvPr>
          <p:cNvPicPr>
            <a:picLocks noChangeAspect="1"/>
          </p:cNvPicPr>
          <p:nvPr/>
        </p:nvPicPr>
        <p:blipFill rotWithShape="1">
          <a:blip r:embed="rId6" cstate="print">
            <a:alphaModFix amt="50000"/>
            <a:extLst>
              <a:ext uri="{28A0092B-C50C-407E-A947-70E740481C1C}">
                <a14:useLocalDpi xmlns:a14="http://schemas.microsoft.com/office/drawing/2010/main" val="0"/>
              </a:ext>
            </a:extLst>
          </a:blip>
          <a:srcRect l="10012"/>
          <a:stretch/>
        </p:blipFill>
        <p:spPr>
          <a:xfrm>
            <a:off x="-11723" y="0"/>
            <a:ext cx="18251129" cy="2095500"/>
          </a:xfrm>
          <a:prstGeom prst="rect">
            <a:avLst/>
          </a:prstGeom>
        </p:spPr>
      </p:pic>
      <p:sp>
        <p:nvSpPr>
          <p:cNvPr id="21" name="TextBox 28">
            <a:extLst>
              <a:ext uri="{FF2B5EF4-FFF2-40B4-BE49-F238E27FC236}">
                <a16:creationId xmlns:a16="http://schemas.microsoft.com/office/drawing/2014/main" id="{7668F909-B2D6-45A9-5CC6-2AA5CD629C4A}"/>
              </a:ext>
            </a:extLst>
          </p:cNvPr>
          <p:cNvSpPr txBox="1"/>
          <p:nvPr/>
        </p:nvSpPr>
        <p:spPr>
          <a:xfrm>
            <a:off x="749993" y="-15883"/>
            <a:ext cx="16381125" cy="1399037"/>
          </a:xfrm>
          <a:prstGeom prst="rect">
            <a:avLst/>
          </a:prstGeom>
        </p:spPr>
        <p:txBody>
          <a:bodyPr wrap="square" lIns="0" tIns="0" rIns="0" bIns="0" rtlCol="0" anchor="t">
            <a:spAutoFit/>
          </a:bodyPr>
          <a:lstStyle/>
          <a:p>
            <a:pPr>
              <a:lnSpc>
                <a:spcPts val="12857"/>
              </a:lnSpc>
            </a:pPr>
            <a:r>
              <a:rPr lang="en-US" sz="4800" i="1" spc="-360" dirty="0">
                <a:ln>
                  <a:solidFill>
                    <a:schemeClr val="tx1"/>
                  </a:solidFill>
                </a:ln>
                <a:solidFill>
                  <a:schemeClr val="bg1"/>
                </a:solidFill>
                <a:latin typeface="Consolas" panose="020B0609020204030204" pitchFamily="49" charset="0"/>
                <a:ea typeface="Cambria" panose="02040503050406030204" pitchFamily="18" charset="0"/>
              </a:rPr>
              <a:t>Learning Assessment </a:t>
            </a:r>
          </a:p>
        </p:txBody>
      </p:sp>
      <p:sp>
        <p:nvSpPr>
          <p:cNvPr id="10" name="AutoShape 8" descr="Grammarly Logo PNG Vector - BrandLogo">
            <a:extLst>
              <a:ext uri="{FF2B5EF4-FFF2-40B4-BE49-F238E27FC236}">
                <a16:creationId xmlns:a16="http://schemas.microsoft.com/office/drawing/2014/main" id="{DC366353-BF5E-7B5C-38D3-38BA12E1ABC1}"/>
              </a:ext>
            </a:extLst>
          </p:cNvPr>
          <p:cNvSpPr>
            <a:spLocks noChangeAspect="1" noChangeArrowheads="1"/>
          </p:cNvSpPr>
          <p:nvPr/>
        </p:nvSpPr>
        <p:spPr bwMode="auto">
          <a:xfrm>
            <a:off x="8991600" y="49911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PH"/>
          </a:p>
        </p:txBody>
      </p:sp>
      <p:sp>
        <p:nvSpPr>
          <p:cNvPr id="11" name="AutoShape 10" descr="Grammarly Logo PNG Vector - BrandLogo">
            <a:extLst>
              <a:ext uri="{FF2B5EF4-FFF2-40B4-BE49-F238E27FC236}">
                <a16:creationId xmlns:a16="http://schemas.microsoft.com/office/drawing/2014/main" id="{C068AD42-BBEC-F198-7510-8402D5F0963C}"/>
              </a:ext>
            </a:extLst>
          </p:cNvPr>
          <p:cNvSpPr>
            <a:spLocks noChangeAspect="1" noChangeArrowheads="1"/>
          </p:cNvSpPr>
          <p:nvPr/>
        </p:nvSpPr>
        <p:spPr bwMode="auto">
          <a:xfrm>
            <a:off x="9144000" y="51435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PH"/>
          </a:p>
        </p:txBody>
      </p:sp>
      <p:sp>
        <p:nvSpPr>
          <p:cNvPr id="8" name="TextBox 7">
            <a:extLst>
              <a:ext uri="{FF2B5EF4-FFF2-40B4-BE49-F238E27FC236}">
                <a16:creationId xmlns:a16="http://schemas.microsoft.com/office/drawing/2014/main" id="{0321B01C-696A-523C-EF33-CA36DB52277C}"/>
              </a:ext>
            </a:extLst>
          </p:cNvPr>
          <p:cNvSpPr txBox="1"/>
          <p:nvPr/>
        </p:nvSpPr>
        <p:spPr>
          <a:xfrm>
            <a:off x="463773" y="2159217"/>
            <a:ext cx="16953563" cy="6247864"/>
          </a:xfrm>
          <a:prstGeom prst="rect">
            <a:avLst/>
          </a:prstGeom>
          <a:noFill/>
        </p:spPr>
        <p:txBody>
          <a:bodyPr wrap="square">
            <a:spAutoFit/>
          </a:bodyPr>
          <a:lstStyle/>
          <a:p>
            <a:pPr marL="571500" indent="-571500" algn="just">
              <a:buFont typeface="Wingdings" panose="05000000000000000000" pitchFamily="2" charset="2"/>
              <a:buChar char="ü"/>
            </a:pPr>
            <a:r>
              <a:rPr lang="en-US" sz="4000" dirty="0">
                <a:latin typeface="Consolas" panose="020B0609020204030204" pitchFamily="49" charset="0"/>
              </a:rPr>
              <a:t>Write a program that asks the user for their favorite food and prints: "Your favorite food is ___."</a:t>
            </a:r>
          </a:p>
          <a:p>
            <a:pPr marL="571500" indent="-571500" algn="just">
              <a:buFont typeface="Wingdings" panose="05000000000000000000" pitchFamily="2" charset="2"/>
              <a:buChar char="ü"/>
            </a:pPr>
            <a:r>
              <a:rPr lang="en-US" sz="4000" dirty="0">
                <a:latin typeface="Consolas" panose="020B0609020204030204" pitchFamily="49" charset="0"/>
              </a:rPr>
              <a:t>Write a program that asks the user to enter the length and width of a rectangle. Then compute and display the area and perimeter.</a:t>
            </a:r>
          </a:p>
          <a:p>
            <a:pPr marL="571500" indent="-571500" algn="just">
              <a:buFont typeface="Wingdings" panose="05000000000000000000" pitchFamily="2" charset="2"/>
              <a:buChar char="ü"/>
            </a:pPr>
            <a:r>
              <a:rPr lang="en-US" sz="4000" dirty="0">
                <a:latin typeface="Consolas" panose="020B0609020204030204" pitchFamily="49" charset="0"/>
              </a:rPr>
              <a:t>Write a program that asks for the user’s name, age, and city, then prints a sentence like: "My name is __, I am __ years old, and I live in __."</a:t>
            </a:r>
          </a:p>
          <a:p>
            <a:pPr marL="571500" indent="-571500" algn="just">
              <a:buFont typeface="Wingdings" panose="05000000000000000000" pitchFamily="2" charset="2"/>
              <a:buChar char="ü"/>
            </a:pPr>
            <a:r>
              <a:rPr lang="en-US" sz="4000" dirty="0">
                <a:latin typeface="Consolas" panose="020B0609020204030204" pitchFamily="49" charset="0"/>
              </a:rPr>
              <a:t>Create a program that asks the user to input three grades (float). Compute and display the average grade.</a:t>
            </a:r>
          </a:p>
        </p:txBody>
      </p:sp>
    </p:spTree>
    <p:extLst>
      <p:ext uri="{BB962C8B-B14F-4D97-AF65-F5344CB8AC3E}">
        <p14:creationId xmlns:p14="http://schemas.microsoft.com/office/powerpoint/2010/main" val="342924935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4548</TotalTime>
  <Words>1481</Words>
  <Application>Microsoft Office PowerPoint</Application>
  <PresentationFormat>Custom</PresentationFormat>
  <Paragraphs>259</Paragraphs>
  <Slides>28</Slides>
  <Notes>28</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28</vt:i4>
      </vt:variant>
    </vt:vector>
  </HeadingPairs>
  <TitlesOfParts>
    <vt:vector size="34" baseType="lpstr">
      <vt:lpstr>Calibri</vt:lpstr>
      <vt:lpstr>Arial</vt:lpstr>
      <vt:lpstr>Consolas</vt:lpstr>
      <vt:lpstr>Aptos</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ELEC 4 - Lesson 5</dc:title>
  <dc:creator>DENVER</dc:creator>
  <cp:lastModifiedBy>Mark Denver Adora</cp:lastModifiedBy>
  <cp:revision>221</cp:revision>
  <dcterms:created xsi:type="dcterms:W3CDTF">2006-08-16T00:00:00Z</dcterms:created>
  <dcterms:modified xsi:type="dcterms:W3CDTF">2025-08-28T05:06:18Z</dcterms:modified>
  <dc:identifier>DAGH1tVytZk</dc:identifier>
</cp:coreProperties>
</file>